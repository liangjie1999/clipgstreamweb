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1"/>
  </p:handoutMasterIdLst>
  <p:sldIdLst>
    <p:sldId id="301" r:id="rId3"/>
    <p:sldId id="300" r:id="rId5"/>
    <p:sldId id="299" r:id="rId6"/>
    <p:sldId id="264" r:id="rId7"/>
    <p:sldId id="302" r:id="rId8"/>
    <p:sldId id="265" r:id="rId9"/>
    <p:sldId id="266" r:id="rId10"/>
    <p:sldId id="311" r:id="rId11"/>
    <p:sldId id="269" r:id="rId12"/>
    <p:sldId id="271" r:id="rId13"/>
    <p:sldId id="272" r:id="rId14"/>
    <p:sldId id="274" r:id="rId15"/>
    <p:sldId id="275" r:id="rId16"/>
    <p:sldId id="276" r:id="rId17"/>
    <p:sldId id="277" r:id="rId18"/>
    <p:sldId id="293" r:id="rId19"/>
    <p:sldId id="278" r:id="rId20"/>
    <p:sldId id="279" r:id="rId21"/>
    <p:sldId id="280" r:id="rId22"/>
    <p:sldId id="281" r:id="rId23"/>
    <p:sldId id="303" r:id="rId24"/>
    <p:sldId id="312" r:id="rId25"/>
    <p:sldId id="294" r:id="rId26"/>
    <p:sldId id="295" r:id="rId27"/>
    <p:sldId id="283" r:id="rId28"/>
    <p:sldId id="284" r:id="rId29"/>
    <p:sldId id="296" r:id="rId30"/>
    <p:sldId id="297" r:id="rId31"/>
    <p:sldId id="285" r:id="rId32"/>
    <p:sldId id="286" r:id="rId33"/>
    <p:sldId id="287" r:id="rId34"/>
    <p:sldId id="288" r:id="rId35"/>
    <p:sldId id="289" r:id="rId36"/>
    <p:sldId id="290" r:id="rId37"/>
    <p:sldId id="310" r:id="rId38"/>
    <p:sldId id="291" r:id="rId39"/>
    <p:sldId id="309" r:id="rId40"/>
  </p:sldIdLst>
  <p:sldSz cx="12192000" cy="6858000"/>
  <p:notesSz cx="6858000" cy="9144000"/>
  <p:custShowLst>
    <p:custShow name="自定义放映 1" id="0">
      <p:sldLst>
        <p:sld r:id="rId3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36"/>
        <p:sld r:id="rId37"/>
        <p:sld r:id="rId38"/>
        <p:sld r:id="rId39"/>
        <p:sld r:id="rId40"/>
      </p:sldLst>
    </p:custShow>
  </p:custShowLst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4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microsoft.com/office/2007/relationships/hdphoto" Target="../media/image9.wdp"/><Relationship Id="rId7" Type="http://schemas.openxmlformats.org/officeDocument/2006/relationships/image" Target="../media/image8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7.png"/><Relationship Id="rId3" Type="http://schemas.openxmlformats.org/officeDocument/2006/relationships/tags" Target="../tags/tag2.xml"/><Relationship Id="rId2" Type="http://schemas.openxmlformats.org/officeDocument/2006/relationships/image" Target="../media/image5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microsoft.com/office/2007/relationships/hdphoto" Target="../media/image11.wdp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microsoft.com/office/2007/relationships/hdphoto" Target="../media/image9.wdp"/><Relationship Id="rId8" Type="http://schemas.openxmlformats.org/officeDocument/2006/relationships/image" Target="../media/image8.png"/><Relationship Id="rId7" Type="http://schemas.openxmlformats.org/officeDocument/2006/relationships/image" Target="../media/image6.png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3.xml"/><Relationship Id="rId2" Type="http://schemas.openxmlformats.org/officeDocument/2006/relationships/image" Target="../media/image5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.xml"/><Relationship Id="rId11" Type="http://schemas.microsoft.com/office/2007/relationships/hdphoto" Target="../media/image11.wdp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6.png"/><Relationship Id="rId7" Type="http://schemas.openxmlformats.org/officeDocument/2006/relationships/image" Target="../media/image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4.xml"/><Relationship Id="rId2" Type="http://schemas.openxmlformats.org/officeDocument/2006/relationships/image" Target="../media/image5.pn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microsoft.com/office/2007/relationships/hdphoto" Target="../media/image11.wdp"/><Relationship Id="rId11" Type="http://schemas.openxmlformats.org/officeDocument/2006/relationships/image" Target="../media/image10.png"/><Relationship Id="rId10" Type="http://schemas.microsoft.com/office/2007/relationships/hdphoto" Target="../media/image9.wdp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6.png"/><Relationship Id="rId7" Type="http://schemas.openxmlformats.org/officeDocument/2006/relationships/image" Target="../media/image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5.xml"/><Relationship Id="rId2" Type="http://schemas.openxmlformats.org/officeDocument/2006/relationships/image" Target="../media/image5.png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.xml"/><Relationship Id="rId12" Type="http://schemas.microsoft.com/office/2007/relationships/hdphoto" Target="../media/image11.wdp"/><Relationship Id="rId11" Type="http://schemas.openxmlformats.org/officeDocument/2006/relationships/image" Target="../media/image10.png"/><Relationship Id="rId10" Type="http://schemas.microsoft.com/office/2007/relationships/hdphoto" Target="../media/image9.wdp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4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.xml"/><Relationship Id="rId13" Type="http://schemas.microsoft.com/office/2007/relationships/hdphoto" Target="../media/image11.wdp"/><Relationship Id="rId12" Type="http://schemas.openxmlformats.org/officeDocument/2006/relationships/image" Target="../media/image10.png"/><Relationship Id="rId11" Type="http://schemas.microsoft.com/office/2007/relationships/hdphoto" Target="../media/image9.wdp"/><Relationship Id="rId10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7.xml"/><Relationship Id="rId2" Type="http://schemas.openxmlformats.org/officeDocument/2006/relationships/image" Target="../media/image5.png"/><Relationship Id="rId16" Type="http://schemas.openxmlformats.org/officeDocument/2006/relationships/notesSlide" Target="../notesSlides/notesSlide17.xml"/><Relationship Id="rId15" Type="http://schemas.openxmlformats.org/officeDocument/2006/relationships/slideLayout" Target="../slideLayouts/slideLayout1.xml"/><Relationship Id="rId14" Type="http://schemas.microsoft.com/office/2007/relationships/hdphoto" Target="../media/image11.wdp"/><Relationship Id="rId13" Type="http://schemas.openxmlformats.org/officeDocument/2006/relationships/image" Target="../media/image10.png"/><Relationship Id="rId12" Type="http://schemas.microsoft.com/office/2007/relationships/hdphoto" Target="../media/image9.wdp"/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8.xml"/><Relationship Id="rId2" Type="http://schemas.openxmlformats.org/officeDocument/2006/relationships/image" Target="../media/image5.png"/><Relationship Id="rId16" Type="http://schemas.openxmlformats.org/officeDocument/2006/relationships/notesSlide" Target="../notesSlides/notesSlide18.xml"/><Relationship Id="rId15" Type="http://schemas.openxmlformats.org/officeDocument/2006/relationships/slideLayout" Target="../slideLayouts/slideLayout1.xml"/><Relationship Id="rId14" Type="http://schemas.microsoft.com/office/2007/relationships/hdphoto" Target="../media/image11.wdp"/><Relationship Id="rId13" Type="http://schemas.openxmlformats.org/officeDocument/2006/relationships/image" Target="../media/image10.png"/><Relationship Id="rId12" Type="http://schemas.microsoft.com/office/2007/relationships/hdphoto" Target="../media/image9.wdp"/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9.xml"/><Relationship Id="rId2" Type="http://schemas.openxmlformats.org/officeDocument/2006/relationships/image" Target="../media/image5.png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1.xml"/><Relationship Id="rId14" Type="http://schemas.microsoft.com/office/2007/relationships/hdphoto" Target="../media/image11.wdp"/><Relationship Id="rId13" Type="http://schemas.openxmlformats.org/officeDocument/2006/relationships/image" Target="../media/image10.png"/><Relationship Id="rId12" Type="http://schemas.microsoft.com/office/2007/relationships/hdphoto" Target="../media/image9.wdp"/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10.xml"/><Relationship Id="rId2" Type="http://schemas.openxmlformats.org/officeDocument/2006/relationships/image" Target="../media/image5.png"/><Relationship Id="rId16" Type="http://schemas.openxmlformats.org/officeDocument/2006/relationships/notesSlide" Target="../notesSlides/notesSlide20.xml"/><Relationship Id="rId15" Type="http://schemas.openxmlformats.org/officeDocument/2006/relationships/slideLayout" Target="../slideLayouts/slideLayout1.xml"/><Relationship Id="rId14" Type="http://schemas.microsoft.com/office/2007/relationships/hdphoto" Target="../media/image11.wdp"/><Relationship Id="rId13" Type="http://schemas.openxmlformats.org/officeDocument/2006/relationships/image" Target="../media/image10.png"/><Relationship Id="rId12" Type="http://schemas.microsoft.com/office/2007/relationships/hdphoto" Target="../media/image9.wdp"/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11.xml"/><Relationship Id="rId2" Type="http://schemas.openxmlformats.org/officeDocument/2006/relationships/image" Target="../media/image5.png"/><Relationship Id="rId16" Type="http://schemas.openxmlformats.org/officeDocument/2006/relationships/notesSlide" Target="../notesSlides/notesSlide21.xml"/><Relationship Id="rId15" Type="http://schemas.openxmlformats.org/officeDocument/2006/relationships/slideLayout" Target="../slideLayouts/slideLayout1.xml"/><Relationship Id="rId14" Type="http://schemas.microsoft.com/office/2007/relationships/hdphoto" Target="../media/image11.wdp"/><Relationship Id="rId13" Type="http://schemas.openxmlformats.org/officeDocument/2006/relationships/image" Target="../media/image10.png"/><Relationship Id="rId12" Type="http://schemas.microsoft.com/office/2007/relationships/hdphoto" Target="../media/image9.wdp"/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12.xml"/><Relationship Id="rId2" Type="http://schemas.openxmlformats.org/officeDocument/2006/relationships/image" Target="../media/image5.png"/><Relationship Id="rId16" Type="http://schemas.openxmlformats.org/officeDocument/2006/relationships/notesSlide" Target="../notesSlides/notesSlide22.xml"/><Relationship Id="rId15" Type="http://schemas.openxmlformats.org/officeDocument/2006/relationships/slideLayout" Target="../slideLayouts/slideLayout1.xml"/><Relationship Id="rId14" Type="http://schemas.microsoft.com/office/2007/relationships/hdphoto" Target="../media/image11.wdp"/><Relationship Id="rId13" Type="http://schemas.openxmlformats.org/officeDocument/2006/relationships/image" Target="../media/image10.png"/><Relationship Id="rId12" Type="http://schemas.microsoft.com/office/2007/relationships/hdphoto" Target="../media/image9.wdp"/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13.xml"/><Relationship Id="rId2" Type="http://schemas.openxmlformats.org/officeDocument/2006/relationships/image" Target="../media/image5.png"/><Relationship Id="rId17" Type="http://schemas.openxmlformats.org/officeDocument/2006/relationships/notesSlide" Target="../notesSlides/notesSlide2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6.png"/><Relationship Id="rId14" Type="http://schemas.microsoft.com/office/2007/relationships/hdphoto" Target="../media/image11.wdp"/><Relationship Id="rId13" Type="http://schemas.openxmlformats.org/officeDocument/2006/relationships/image" Target="../media/image10.png"/><Relationship Id="rId12" Type="http://schemas.microsoft.com/office/2007/relationships/hdphoto" Target="../media/image9.wdp"/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14.xml"/><Relationship Id="rId2" Type="http://schemas.openxmlformats.org/officeDocument/2006/relationships/image" Target="../media/image5.png"/><Relationship Id="rId18" Type="http://schemas.openxmlformats.org/officeDocument/2006/relationships/notesSlide" Target="../notesSlides/notesSlide24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microsoft.com/office/2007/relationships/hdphoto" Target="../media/image11.wdp"/><Relationship Id="rId14" Type="http://schemas.openxmlformats.org/officeDocument/2006/relationships/image" Target="../media/image10.png"/><Relationship Id="rId13" Type="http://schemas.microsoft.com/office/2007/relationships/hdphoto" Target="../media/image9.wdp"/><Relationship Id="rId12" Type="http://schemas.openxmlformats.org/officeDocument/2006/relationships/image" Target="../media/image8.png"/><Relationship Id="rId11" Type="http://schemas.openxmlformats.org/officeDocument/2006/relationships/image" Target="../media/image6.png"/><Relationship Id="rId10" Type="http://schemas.openxmlformats.org/officeDocument/2006/relationships/tags" Target="../tags/tag15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16.xml"/><Relationship Id="rId2" Type="http://schemas.openxmlformats.org/officeDocument/2006/relationships/image" Target="../media/image5.png"/><Relationship Id="rId19" Type="http://schemas.openxmlformats.org/officeDocument/2006/relationships/notesSlide" Target="../notesSlides/notesSlide25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6.png"/><Relationship Id="rId16" Type="http://schemas.microsoft.com/office/2007/relationships/hdphoto" Target="../media/image11.wdp"/><Relationship Id="rId15" Type="http://schemas.openxmlformats.org/officeDocument/2006/relationships/image" Target="../media/image10.png"/><Relationship Id="rId14" Type="http://schemas.microsoft.com/office/2007/relationships/hdphoto" Target="../media/image9.wdp"/><Relationship Id="rId13" Type="http://schemas.openxmlformats.org/officeDocument/2006/relationships/image" Target="../media/image8.png"/><Relationship Id="rId12" Type="http://schemas.openxmlformats.org/officeDocument/2006/relationships/image" Target="../media/image17.png"/><Relationship Id="rId11" Type="http://schemas.openxmlformats.org/officeDocument/2006/relationships/image" Target="../media/image6.png"/><Relationship Id="rId10" Type="http://schemas.openxmlformats.org/officeDocument/2006/relationships/tags" Target="../tags/tag17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18.xml"/><Relationship Id="rId20" Type="http://schemas.openxmlformats.org/officeDocument/2006/relationships/notesSlide" Target="../notesSlides/notesSlide26.xml"/><Relationship Id="rId2" Type="http://schemas.openxmlformats.org/officeDocument/2006/relationships/image" Target="../media/image5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6.png"/><Relationship Id="rId17" Type="http://schemas.microsoft.com/office/2007/relationships/hdphoto" Target="../media/image11.wdp"/><Relationship Id="rId16" Type="http://schemas.openxmlformats.org/officeDocument/2006/relationships/image" Target="../media/image10.png"/><Relationship Id="rId15" Type="http://schemas.microsoft.com/office/2007/relationships/hdphoto" Target="../media/image9.wdp"/><Relationship Id="rId14" Type="http://schemas.openxmlformats.org/officeDocument/2006/relationships/image" Target="../media/image8.png"/><Relationship Id="rId13" Type="http://schemas.openxmlformats.org/officeDocument/2006/relationships/image" Target="../media/image17.png"/><Relationship Id="rId12" Type="http://schemas.openxmlformats.org/officeDocument/2006/relationships/image" Target="../media/image6.png"/><Relationship Id="rId11" Type="http://schemas.openxmlformats.org/officeDocument/2006/relationships/image" Target="../media/image18.png"/><Relationship Id="rId10" Type="http://schemas.openxmlformats.org/officeDocument/2006/relationships/tags" Target="../tags/tag19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20.xml"/><Relationship Id="rId21" Type="http://schemas.openxmlformats.org/officeDocument/2006/relationships/notesSlide" Target="../notesSlides/notesSlide27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9" Type="http://schemas.openxmlformats.org/officeDocument/2006/relationships/image" Target="../media/image19.png"/><Relationship Id="rId18" Type="http://schemas.openxmlformats.org/officeDocument/2006/relationships/image" Target="../media/image16.png"/><Relationship Id="rId17" Type="http://schemas.microsoft.com/office/2007/relationships/hdphoto" Target="../media/image11.wdp"/><Relationship Id="rId16" Type="http://schemas.openxmlformats.org/officeDocument/2006/relationships/image" Target="../media/image10.png"/><Relationship Id="rId15" Type="http://schemas.microsoft.com/office/2007/relationships/hdphoto" Target="../media/image9.wdp"/><Relationship Id="rId14" Type="http://schemas.openxmlformats.org/officeDocument/2006/relationships/image" Target="../media/image8.png"/><Relationship Id="rId13" Type="http://schemas.openxmlformats.org/officeDocument/2006/relationships/image" Target="../media/image17.png"/><Relationship Id="rId12" Type="http://schemas.openxmlformats.org/officeDocument/2006/relationships/image" Target="../media/image6.png"/><Relationship Id="rId11" Type="http://schemas.openxmlformats.org/officeDocument/2006/relationships/image" Target="../media/image18.png"/><Relationship Id="rId10" Type="http://schemas.openxmlformats.org/officeDocument/2006/relationships/tags" Target="../tags/tag21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22.xml"/><Relationship Id="rId21" Type="http://schemas.openxmlformats.org/officeDocument/2006/relationships/notesSlide" Target="../notesSlides/notesSlide28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9" Type="http://schemas.openxmlformats.org/officeDocument/2006/relationships/image" Target="../media/image19.png"/><Relationship Id="rId18" Type="http://schemas.openxmlformats.org/officeDocument/2006/relationships/image" Target="../media/image16.png"/><Relationship Id="rId17" Type="http://schemas.microsoft.com/office/2007/relationships/hdphoto" Target="../media/image11.wdp"/><Relationship Id="rId16" Type="http://schemas.openxmlformats.org/officeDocument/2006/relationships/image" Target="../media/image10.png"/><Relationship Id="rId15" Type="http://schemas.microsoft.com/office/2007/relationships/hdphoto" Target="../media/image9.wdp"/><Relationship Id="rId14" Type="http://schemas.openxmlformats.org/officeDocument/2006/relationships/image" Target="../media/image8.png"/><Relationship Id="rId13" Type="http://schemas.openxmlformats.org/officeDocument/2006/relationships/image" Target="../media/image17.png"/><Relationship Id="rId12" Type="http://schemas.openxmlformats.org/officeDocument/2006/relationships/image" Target="../media/image6.png"/><Relationship Id="rId11" Type="http://schemas.openxmlformats.org/officeDocument/2006/relationships/image" Target="../media/image18.png"/><Relationship Id="rId10" Type="http://schemas.openxmlformats.org/officeDocument/2006/relationships/tags" Target="../tags/tag23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24.xml"/><Relationship Id="rId27" Type="http://schemas.openxmlformats.org/officeDocument/2006/relationships/notesSlide" Target="../notesSlides/notesSlide29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25.png"/><Relationship Id="rId24" Type="http://schemas.openxmlformats.org/officeDocument/2006/relationships/image" Target="../media/image19.png"/><Relationship Id="rId23" Type="http://schemas.openxmlformats.org/officeDocument/2006/relationships/image" Target="../media/image16.png"/><Relationship Id="rId22" Type="http://schemas.openxmlformats.org/officeDocument/2006/relationships/image" Target="../media/image24.svg"/><Relationship Id="rId21" Type="http://schemas.openxmlformats.org/officeDocument/2006/relationships/image" Target="../media/image23.png"/><Relationship Id="rId20" Type="http://schemas.microsoft.com/office/2007/relationships/hdphoto" Target="../media/image11.wdp"/><Relationship Id="rId2" Type="http://schemas.openxmlformats.org/officeDocument/2006/relationships/image" Target="../media/image5.png"/><Relationship Id="rId19" Type="http://schemas.openxmlformats.org/officeDocument/2006/relationships/image" Target="../media/image10.png"/><Relationship Id="rId18" Type="http://schemas.microsoft.com/office/2007/relationships/hdphoto" Target="../media/image9.wdp"/><Relationship Id="rId17" Type="http://schemas.openxmlformats.org/officeDocument/2006/relationships/image" Target="../media/image8.png"/><Relationship Id="rId16" Type="http://schemas.openxmlformats.org/officeDocument/2006/relationships/image" Target="../media/image17.png"/><Relationship Id="rId15" Type="http://schemas.openxmlformats.org/officeDocument/2006/relationships/image" Target="../media/image6.png"/><Relationship Id="rId14" Type="http://schemas.openxmlformats.org/officeDocument/2006/relationships/image" Target="../media/image22.png"/><Relationship Id="rId13" Type="http://schemas.openxmlformats.org/officeDocument/2006/relationships/image" Target="../media/image21.svg"/><Relationship Id="rId12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tags" Target="../tags/tag25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26.xml"/><Relationship Id="rId26" Type="http://schemas.openxmlformats.org/officeDocument/2006/relationships/notesSlide" Target="../notesSlides/notesSlide30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19.png"/><Relationship Id="rId23" Type="http://schemas.openxmlformats.org/officeDocument/2006/relationships/image" Target="../media/image16.png"/><Relationship Id="rId22" Type="http://schemas.openxmlformats.org/officeDocument/2006/relationships/image" Target="../media/image25.png"/><Relationship Id="rId21" Type="http://schemas.openxmlformats.org/officeDocument/2006/relationships/image" Target="../media/image23.png"/><Relationship Id="rId20" Type="http://schemas.microsoft.com/office/2007/relationships/hdphoto" Target="../media/image11.wdp"/><Relationship Id="rId2" Type="http://schemas.openxmlformats.org/officeDocument/2006/relationships/image" Target="../media/image5.png"/><Relationship Id="rId19" Type="http://schemas.openxmlformats.org/officeDocument/2006/relationships/image" Target="../media/image10.png"/><Relationship Id="rId18" Type="http://schemas.microsoft.com/office/2007/relationships/hdphoto" Target="../media/image9.wdp"/><Relationship Id="rId17" Type="http://schemas.openxmlformats.org/officeDocument/2006/relationships/image" Target="../media/image8.png"/><Relationship Id="rId16" Type="http://schemas.openxmlformats.org/officeDocument/2006/relationships/image" Target="../media/image17.png"/><Relationship Id="rId15" Type="http://schemas.openxmlformats.org/officeDocument/2006/relationships/image" Target="../media/image6.png"/><Relationship Id="rId14" Type="http://schemas.openxmlformats.org/officeDocument/2006/relationships/image" Target="../media/image22.png"/><Relationship Id="rId13" Type="http://schemas.openxmlformats.org/officeDocument/2006/relationships/image" Target="../media/image24.svg"/><Relationship Id="rId12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tags" Target="../tags/tag27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28.xml"/><Relationship Id="rId29" Type="http://schemas.openxmlformats.org/officeDocument/2006/relationships/notesSlide" Target="../notesSlides/notesSlide31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19.png"/><Relationship Id="rId26" Type="http://schemas.openxmlformats.org/officeDocument/2006/relationships/image" Target="../media/image16.pn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microsoft.com/office/2007/relationships/hdphoto" Target="../media/image11.wdp"/><Relationship Id="rId21" Type="http://schemas.openxmlformats.org/officeDocument/2006/relationships/image" Target="../media/image10.png"/><Relationship Id="rId20" Type="http://schemas.microsoft.com/office/2007/relationships/hdphoto" Target="../media/image9.wdp"/><Relationship Id="rId2" Type="http://schemas.openxmlformats.org/officeDocument/2006/relationships/image" Target="../media/image5.png"/><Relationship Id="rId19" Type="http://schemas.openxmlformats.org/officeDocument/2006/relationships/image" Target="../media/image8.png"/><Relationship Id="rId18" Type="http://schemas.openxmlformats.org/officeDocument/2006/relationships/image" Target="../media/image17.png"/><Relationship Id="rId17" Type="http://schemas.openxmlformats.org/officeDocument/2006/relationships/image" Target="../media/image6.png"/><Relationship Id="rId16" Type="http://schemas.openxmlformats.org/officeDocument/2006/relationships/image" Target="../media/image27.png"/><Relationship Id="rId15" Type="http://schemas.openxmlformats.org/officeDocument/2006/relationships/image" Target="../media/image21.svg"/><Relationship Id="rId14" Type="http://schemas.openxmlformats.org/officeDocument/2006/relationships/image" Target="../media/image22.png"/><Relationship Id="rId13" Type="http://schemas.openxmlformats.org/officeDocument/2006/relationships/image" Target="../media/image26.svg"/><Relationship Id="rId12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tags" Target="../tags/tag29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30.xml"/><Relationship Id="rId28" Type="http://schemas.openxmlformats.org/officeDocument/2006/relationships/notesSlide" Target="../notesSlides/notesSlide32.x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25.png"/><Relationship Id="rId25" Type="http://schemas.openxmlformats.org/officeDocument/2006/relationships/image" Target="../media/image19.png"/><Relationship Id="rId24" Type="http://schemas.openxmlformats.org/officeDocument/2006/relationships/image" Target="../media/image16.png"/><Relationship Id="rId23" Type="http://schemas.openxmlformats.org/officeDocument/2006/relationships/image" Target="../media/image23.png"/><Relationship Id="rId22" Type="http://schemas.microsoft.com/office/2007/relationships/hdphoto" Target="../media/image11.wdp"/><Relationship Id="rId21" Type="http://schemas.openxmlformats.org/officeDocument/2006/relationships/image" Target="../media/image10.png"/><Relationship Id="rId20" Type="http://schemas.microsoft.com/office/2007/relationships/hdphoto" Target="../media/image9.wdp"/><Relationship Id="rId2" Type="http://schemas.openxmlformats.org/officeDocument/2006/relationships/image" Target="../media/image5.png"/><Relationship Id="rId19" Type="http://schemas.openxmlformats.org/officeDocument/2006/relationships/image" Target="../media/image8.png"/><Relationship Id="rId18" Type="http://schemas.openxmlformats.org/officeDocument/2006/relationships/image" Target="../media/image17.png"/><Relationship Id="rId17" Type="http://schemas.openxmlformats.org/officeDocument/2006/relationships/image" Target="../media/image6.png"/><Relationship Id="rId16" Type="http://schemas.openxmlformats.org/officeDocument/2006/relationships/image" Target="../media/image27.png"/><Relationship Id="rId15" Type="http://schemas.openxmlformats.org/officeDocument/2006/relationships/image" Target="../media/image24.svg"/><Relationship Id="rId14" Type="http://schemas.openxmlformats.org/officeDocument/2006/relationships/image" Target="../media/image22.png"/><Relationship Id="rId13" Type="http://schemas.openxmlformats.org/officeDocument/2006/relationships/image" Target="../media/image28.svg"/><Relationship Id="rId12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tags" Target="../tags/tag31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32.xml"/><Relationship Id="rId29" Type="http://schemas.openxmlformats.org/officeDocument/2006/relationships/notesSlide" Target="../notesSlides/notesSlide33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19.png"/><Relationship Id="rId26" Type="http://schemas.openxmlformats.org/officeDocument/2006/relationships/image" Target="../media/image16.png"/><Relationship Id="rId25" Type="http://schemas.openxmlformats.org/officeDocument/2006/relationships/image" Target="../media/image25.png"/><Relationship Id="rId24" Type="http://schemas.openxmlformats.org/officeDocument/2006/relationships/image" Target="../media/image6.png"/><Relationship Id="rId23" Type="http://schemas.openxmlformats.org/officeDocument/2006/relationships/image" Target="../media/image24.svg"/><Relationship Id="rId22" Type="http://schemas.openxmlformats.org/officeDocument/2006/relationships/image" Target="../media/image23.png"/><Relationship Id="rId21" Type="http://schemas.microsoft.com/office/2007/relationships/hdphoto" Target="../media/image11.wdp"/><Relationship Id="rId20" Type="http://schemas.openxmlformats.org/officeDocument/2006/relationships/image" Target="../media/image10.png"/><Relationship Id="rId2" Type="http://schemas.openxmlformats.org/officeDocument/2006/relationships/image" Target="../media/image5.png"/><Relationship Id="rId19" Type="http://schemas.microsoft.com/office/2007/relationships/hdphoto" Target="../media/image9.wdp"/><Relationship Id="rId18" Type="http://schemas.openxmlformats.org/officeDocument/2006/relationships/image" Target="../media/image8.png"/><Relationship Id="rId17" Type="http://schemas.openxmlformats.org/officeDocument/2006/relationships/image" Target="../media/image17.png"/><Relationship Id="rId16" Type="http://schemas.openxmlformats.org/officeDocument/2006/relationships/image" Target="../media/image27.png"/><Relationship Id="rId15" Type="http://schemas.openxmlformats.org/officeDocument/2006/relationships/image" Target="../media/image26.svg"/><Relationship Id="rId14" Type="http://schemas.openxmlformats.org/officeDocument/2006/relationships/image" Target="../media/image22.png"/><Relationship Id="rId13" Type="http://schemas.openxmlformats.org/officeDocument/2006/relationships/image" Target="../media/image29.svg"/><Relationship Id="rId12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tags" Target="../tags/tag33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34.xml"/><Relationship Id="rId29" Type="http://schemas.openxmlformats.org/officeDocument/2006/relationships/notesSlide" Target="../notesSlides/notesSlide34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19.png"/><Relationship Id="rId26" Type="http://schemas.openxmlformats.org/officeDocument/2006/relationships/image" Target="../media/image16.pn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microsoft.com/office/2007/relationships/hdphoto" Target="../media/image11.wdp"/><Relationship Id="rId21" Type="http://schemas.openxmlformats.org/officeDocument/2006/relationships/image" Target="../media/image10.png"/><Relationship Id="rId20" Type="http://schemas.microsoft.com/office/2007/relationships/hdphoto" Target="../media/image9.wdp"/><Relationship Id="rId2" Type="http://schemas.openxmlformats.org/officeDocument/2006/relationships/image" Target="../media/image5.png"/><Relationship Id="rId19" Type="http://schemas.openxmlformats.org/officeDocument/2006/relationships/image" Target="../media/image8.png"/><Relationship Id="rId18" Type="http://schemas.openxmlformats.org/officeDocument/2006/relationships/image" Target="../media/image17.png"/><Relationship Id="rId17" Type="http://schemas.openxmlformats.org/officeDocument/2006/relationships/image" Target="../media/image6.png"/><Relationship Id="rId16" Type="http://schemas.openxmlformats.org/officeDocument/2006/relationships/image" Target="../media/image27.png"/><Relationship Id="rId15" Type="http://schemas.openxmlformats.org/officeDocument/2006/relationships/image" Target="../media/image28.svg"/><Relationship Id="rId14" Type="http://schemas.openxmlformats.org/officeDocument/2006/relationships/image" Target="../media/image22.png"/><Relationship Id="rId13" Type="http://schemas.openxmlformats.org/officeDocument/2006/relationships/image" Target="../media/image30.svg"/><Relationship Id="rId12" Type="http://schemas.openxmlformats.org/officeDocument/2006/relationships/image" Target="../media/image20.png"/><Relationship Id="rId11" Type="http://schemas.openxmlformats.org/officeDocument/2006/relationships/image" Target="../media/image18.png"/><Relationship Id="rId10" Type="http://schemas.openxmlformats.org/officeDocument/2006/relationships/tags" Target="../tags/tag35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" Type="http://schemas.openxmlformats.org/officeDocument/2006/relationships/tags" Target="../tags/tag36.xml"/><Relationship Id="rId28" Type="http://schemas.openxmlformats.org/officeDocument/2006/relationships/notesSlide" Target="../notesSlides/notesSlide35.x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19.png"/><Relationship Id="rId25" Type="http://schemas.openxmlformats.org/officeDocument/2006/relationships/image" Target="../media/image25.png"/><Relationship Id="rId24" Type="http://schemas.openxmlformats.org/officeDocument/2006/relationships/image" Target="../media/image26.svg"/><Relationship Id="rId23" Type="http://schemas.microsoft.com/office/2007/relationships/hdphoto" Target="../media/image11.wdp"/><Relationship Id="rId22" Type="http://schemas.openxmlformats.org/officeDocument/2006/relationships/image" Target="../media/image10.png"/><Relationship Id="rId21" Type="http://schemas.microsoft.com/office/2007/relationships/hdphoto" Target="../media/image9.wdp"/><Relationship Id="rId20" Type="http://schemas.openxmlformats.org/officeDocument/2006/relationships/image" Target="../media/image8.png"/><Relationship Id="rId2" Type="http://schemas.openxmlformats.org/officeDocument/2006/relationships/image" Target="../media/image5.png"/><Relationship Id="rId19" Type="http://schemas.openxmlformats.org/officeDocument/2006/relationships/image" Target="../media/image17.png"/><Relationship Id="rId18" Type="http://schemas.openxmlformats.org/officeDocument/2006/relationships/image" Target="../media/image6.png"/><Relationship Id="rId17" Type="http://schemas.openxmlformats.org/officeDocument/2006/relationships/image" Target="../media/image27.png"/><Relationship Id="rId16" Type="http://schemas.openxmlformats.org/officeDocument/2006/relationships/image" Target="../media/image29.svg"/><Relationship Id="rId15" Type="http://schemas.openxmlformats.org/officeDocument/2006/relationships/image" Target="../media/image22.png"/><Relationship Id="rId14" Type="http://schemas.openxmlformats.org/officeDocument/2006/relationships/image" Target="../media/image31.svg"/><Relationship Id="rId13" Type="http://schemas.openxmlformats.org/officeDocument/2006/relationships/image" Target="../media/image23.png"/><Relationship Id="rId12" Type="http://schemas.openxmlformats.org/officeDocument/2006/relationships/image" Target="../media/image18.png"/><Relationship Id="rId11" Type="http://schemas.openxmlformats.org/officeDocument/2006/relationships/tags" Target="../tags/tag37.xml"/><Relationship Id="rId10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Relationship Id="rId31" Type="http://schemas.openxmlformats.org/officeDocument/2006/relationships/notesSlide" Target="../notesSlides/notesSlide36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38.xml"/><Relationship Id="rId29" Type="http://schemas.openxmlformats.org/officeDocument/2006/relationships/image" Target="../media/image16.png"/><Relationship Id="rId28" Type="http://schemas.openxmlformats.org/officeDocument/2006/relationships/image" Target="../media/image24.svg"/><Relationship Id="rId27" Type="http://schemas.openxmlformats.org/officeDocument/2006/relationships/image" Target="../media/image23.png"/><Relationship Id="rId26" Type="http://schemas.microsoft.com/office/2007/relationships/hdphoto" Target="../media/image11.wdp"/><Relationship Id="rId25" Type="http://schemas.openxmlformats.org/officeDocument/2006/relationships/image" Target="../media/image10.png"/><Relationship Id="rId24" Type="http://schemas.microsoft.com/office/2007/relationships/hdphoto" Target="../media/image9.wdp"/><Relationship Id="rId23" Type="http://schemas.openxmlformats.org/officeDocument/2006/relationships/image" Target="../media/image8.png"/><Relationship Id="rId22" Type="http://schemas.openxmlformats.org/officeDocument/2006/relationships/image" Target="../media/image17.png"/><Relationship Id="rId21" Type="http://schemas.openxmlformats.org/officeDocument/2006/relationships/image" Target="../media/image6.png"/><Relationship Id="rId20" Type="http://schemas.openxmlformats.org/officeDocument/2006/relationships/image" Target="../media/image32.svg"/><Relationship Id="rId2" Type="http://schemas.openxmlformats.org/officeDocument/2006/relationships/image" Target="../media/image5.png"/><Relationship Id="rId19" Type="http://schemas.openxmlformats.org/officeDocument/2006/relationships/image" Target="../media/image2.png"/><Relationship Id="rId18" Type="http://schemas.openxmlformats.org/officeDocument/2006/relationships/image" Target="../media/image27.png"/><Relationship Id="rId17" Type="http://schemas.openxmlformats.org/officeDocument/2006/relationships/image" Target="../media/image29.svg"/><Relationship Id="rId16" Type="http://schemas.openxmlformats.org/officeDocument/2006/relationships/image" Target="../media/image22.png"/><Relationship Id="rId15" Type="http://schemas.openxmlformats.org/officeDocument/2006/relationships/image" Target="../media/image25.png"/><Relationship Id="rId14" Type="http://schemas.openxmlformats.org/officeDocument/2006/relationships/image" Target="../media/image31.svg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tags" Target="../tags/tag39.xml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13.png"/><Relationship Id="rId7" Type="http://schemas.openxmlformats.org/officeDocument/2006/relationships/image" Target="../media/image7.png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Relationship Id="rId34" Type="http://schemas.openxmlformats.org/officeDocument/2006/relationships/notesSlide" Target="../notesSlides/notesSlide37.xm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19.png"/><Relationship Id="rId31" Type="http://schemas.openxmlformats.org/officeDocument/2006/relationships/image" Target="../media/image16.png"/><Relationship Id="rId30" Type="http://schemas.openxmlformats.org/officeDocument/2006/relationships/image" Target="../media/image25.png"/><Relationship Id="rId3" Type="http://schemas.openxmlformats.org/officeDocument/2006/relationships/image" Target="../media/image1.png"/><Relationship Id="rId29" Type="http://schemas.microsoft.com/office/2007/relationships/hdphoto" Target="../media/image11.wdp"/><Relationship Id="rId28" Type="http://schemas.openxmlformats.org/officeDocument/2006/relationships/image" Target="../media/image10.png"/><Relationship Id="rId27" Type="http://schemas.microsoft.com/office/2007/relationships/hdphoto" Target="../media/image9.wdp"/><Relationship Id="rId26" Type="http://schemas.openxmlformats.org/officeDocument/2006/relationships/image" Target="../media/image8.png"/><Relationship Id="rId25" Type="http://schemas.openxmlformats.org/officeDocument/2006/relationships/image" Target="../media/image39.png"/><Relationship Id="rId24" Type="http://schemas.openxmlformats.org/officeDocument/2006/relationships/image" Target="../media/image17.png"/><Relationship Id="rId23" Type="http://schemas.openxmlformats.org/officeDocument/2006/relationships/image" Target="../media/image6.png"/><Relationship Id="rId22" Type="http://schemas.openxmlformats.org/officeDocument/2006/relationships/image" Target="../media/image38.svg"/><Relationship Id="rId21" Type="http://schemas.openxmlformats.org/officeDocument/2006/relationships/image" Target="../media/image37.png"/><Relationship Id="rId20" Type="http://schemas.openxmlformats.org/officeDocument/2006/relationships/image" Target="../media/image24.svg"/><Relationship Id="rId2" Type="http://schemas.openxmlformats.org/officeDocument/2006/relationships/tags" Target="../tags/tag40.xml"/><Relationship Id="rId19" Type="http://schemas.openxmlformats.org/officeDocument/2006/relationships/image" Target="../media/image23.png"/><Relationship Id="rId18" Type="http://schemas.openxmlformats.org/officeDocument/2006/relationships/image" Target="../media/image36.png"/><Relationship Id="rId17" Type="http://schemas.openxmlformats.org/officeDocument/2006/relationships/image" Target="../media/image12.png"/><Relationship Id="rId16" Type="http://schemas.openxmlformats.org/officeDocument/2006/relationships/image" Target="../media/image35.png"/><Relationship Id="rId15" Type="http://schemas.openxmlformats.org/officeDocument/2006/relationships/tags" Target="../tags/tag42.xml"/><Relationship Id="rId14" Type="http://schemas.openxmlformats.org/officeDocument/2006/relationships/image" Target="../media/image34.png"/><Relationship Id="rId13" Type="http://schemas.openxmlformats.org/officeDocument/2006/relationships/image" Target="../media/image33.png"/><Relationship Id="rId12" Type="http://schemas.openxmlformats.org/officeDocument/2006/relationships/image" Target="../media/image18.png"/><Relationship Id="rId11" Type="http://schemas.openxmlformats.org/officeDocument/2006/relationships/tags" Target="../tags/tag41.xml"/><Relationship Id="rId10" Type="http://schemas.openxmlformats.org/officeDocument/2006/relationships/image" Target="../media/image27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11505" y="154940"/>
            <a:ext cx="11031855" cy="729615"/>
            <a:chOff x="1013" y="244"/>
            <a:chExt cx="17373" cy="1149"/>
          </a:xfrm>
        </p:grpSpPr>
        <p:grpSp>
          <p:nvGrpSpPr>
            <p:cNvPr id="106" name="组合 105"/>
            <p:cNvGrpSpPr/>
            <p:nvPr/>
          </p:nvGrpSpPr>
          <p:grpSpPr>
            <a:xfrm>
              <a:off x="1013" y="245"/>
              <a:ext cx="1700" cy="1149"/>
              <a:chOff x="980" y="191"/>
              <a:chExt cx="1700" cy="1149"/>
            </a:xfrm>
          </p:grpSpPr>
          <p:pic>
            <p:nvPicPr>
              <p:cNvPr id="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5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0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08" name="组合 107"/>
            <p:cNvGrpSpPr/>
            <p:nvPr/>
          </p:nvGrpSpPr>
          <p:grpSpPr>
            <a:xfrm>
              <a:off x="2962" y="244"/>
              <a:ext cx="1700" cy="1149"/>
              <a:chOff x="980" y="191"/>
              <a:chExt cx="1700" cy="1149"/>
            </a:xfrm>
          </p:grpSpPr>
          <p:pic>
            <p:nvPicPr>
              <p:cNvPr id="111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4" name="组合 113"/>
            <p:cNvGrpSpPr/>
            <p:nvPr/>
          </p:nvGrpSpPr>
          <p:grpSpPr>
            <a:xfrm>
              <a:off x="4950" y="244"/>
              <a:ext cx="1700" cy="1149"/>
              <a:chOff x="980" y="191"/>
              <a:chExt cx="1700" cy="1149"/>
            </a:xfrm>
          </p:grpSpPr>
          <p:pic>
            <p:nvPicPr>
              <p:cNvPr id="115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9" name="组合 118"/>
            <p:cNvGrpSpPr/>
            <p:nvPr/>
          </p:nvGrpSpPr>
          <p:grpSpPr>
            <a:xfrm>
              <a:off x="6868" y="244"/>
              <a:ext cx="1700" cy="1149"/>
              <a:chOff x="980" y="191"/>
              <a:chExt cx="1700" cy="1149"/>
            </a:xfrm>
          </p:grpSpPr>
          <p:pic>
            <p:nvPicPr>
              <p:cNvPr id="12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2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24" name="组合 123"/>
            <p:cNvGrpSpPr/>
            <p:nvPr/>
          </p:nvGrpSpPr>
          <p:grpSpPr>
            <a:xfrm>
              <a:off x="8895" y="244"/>
              <a:ext cx="1700" cy="1149"/>
              <a:chOff x="980" y="191"/>
              <a:chExt cx="1700" cy="1149"/>
            </a:xfrm>
          </p:grpSpPr>
          <p:pic>
            <p:nvPicPr>
              <p:cNvPr id="126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33" name="组合 132"/>
            <p:cNvGrpSpPr/>
            <p:nvPr/>
          </p:nvGrpSpPr>
          <p:grpSpPr>
            <a:xfrm>
              <a:off x="10824" y="244"/>
              <a:ext cx="1700" cy="1149"/>
              <a:chOff x="980" y="191"/>
              <a:chExt cx="1700" cy="1149"/>
            </a:xfrm>
          </p:grpSpPr>
          <p:pic>
            <p:nvPicPr>
              <p:cNvPr id="134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3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9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40" name="组合 139"/>
            <p:cNvGrpSpPr/>
            <p:nvPr/>
          </p:nvGrpSpPr>
          <p:grpSpPr>
            <a:xfrm>
              <a:off x="12839" y="244"/>
              <a:ext cx="1700" cy="1149"/>
              <a:chOff x="980" y="191"/>
              <a:chExt cx="1700" cy="1149"/>
            </a:xfrm>
          </p:grpSpPr>
          <p:pic>
            <p:nvPicPr>
              <p:cNvPr id="14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44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4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2" name="组合 151"/>
            <p:cNvGrpSpPr/>
            <p:nvPr/>
          </p:nvGrpSpPr>
          <p:grpSpPr>
            <a:xfrm>
              <a:off x="14739" y="244"/>
              <a:ext cx="1700" cy="1149"/>
              <a:chOff x="980" y="191"/>
              <a:chExt cx="1700" cy="1149"/>
            </a:xfrm>
          </p:grpSpPr>
          <p:pic>
            <p:nvPicPr>
              <p:cNvPr id="15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5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58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9" name="组合 158"/>
            <p:cNvGrpSpPr/>
            <p:nvPr/>
          </p:nvGrpSpPr>
          <p:grpSpPr>
            <a:xfrm>
              <a:off x="16686" y="244"/>
              <a:ext cx="1700" cy="1149"/>
              <a:chOff x="980" y="191"/>
              <a:chExt cx="1700" cy="1149"/>
            </a:xfrm>
          </p:grpSpPr>
          <p:pic>
            <p:nvPicPr>
              <p:cNvPr id="16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61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6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11505" y="154940"/>
            <a:ext cx="11031855" cy="729615"/>
            <a:chOff x="1013" y="244"/>
            <a:chExt cx="17373" cy="1149"/>
          </a:xfrm>
        </p:grpSpPr>
        <p:grpSp>
          <p:nvGrpSpPr>
            <p:cNvPr id="106" name="组合 105"/>
            <p:cNvGrpSpPr/>
            <p:nvPr/>
          </p:nvGrpSpPr>
          <p:grpSpPr>
            <a:xfrm>
              <a:off x="1013" y="245"/>
              <a:ext cx="1700" cy="1149"/>
              <a:chOff x="980" y="191"/>
              <a:chExt cx="1700" cy="1149"/>
            </a:xfrm>
          </p:grpSpPr>
          <p:pic>
            <p:nvPicPr>
              <p:cNvPr id="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5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0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08" name="组合 107"/>
            <p:cNvGrpSpPr/>
            <p:nvPr/>
          </p:nvGrpSpPr>
          <p:grpSpPr>
            <a:xfrm>
              <a:off x="2962" y="244"/>
              <a:ext cx="1700" cy="1149"/>
              <a:chOff x="980" y="191"/>
              <a:chExt cx="1700" cy="1149"/>
            </a:xfrm>
          </p:grpSpPr>
          <p:pic>
            <p:nvPicPr>
              <p:cNvPr id="111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4" name="组合 113"/>
            <p:cNvGrpSpPr/>
            <p:nvPr/>
          </p:nvGrpSpPr>
          <p:grpSpPr>
            <a:xfrm>
              <a:off x="4950" y="244"/>
              <a:ext cx="1700" cy="1149"/>
              <a:chOff x="980" y="191"/>
              <a:chExt cx="1700" cy="1149"/>
            </a:xfrm>
          </p:grpSpPr>
          <p:pic>
            <p:nvPicPr>
              <p:cNvPr id="115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9" name="组合 118"/>
            <p:cNvGrpSpPr/>
            <p:nvPr/>
          </p:nvGrpSpPr>
          <p:grpSpPr>
            <a:xfrm>
              <a:off x="6868" y="244"/>
              <a:ext cx="1700" cy="1149"/>
              <a:chOff x="980" y="191"/>
              <a:chExt cx="1700" cy="1149"/>
            </a:xfrm>
          </p:grpSpPr>
          <p:pic>
            <p:nvPicPr>
              <p:cNvPr id="12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2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24" name="组合 123"/>
            <p:cNvGrpSpPr/>
            <p:nvPr/>
          </p:nvGrpSpPr>
          <p:grpSpPr>
            <a:xfrm>
              <a:off x="8895" y="244"/>
              <a:ext cx="1700" cy="1149"/>
              <a:chOff x="980" y="191"/>
              <a:chExt cx="1700" cy="1149"/>
            </a:xfrm>
          </p:grpSpPr>
          <p:pic>
            <p:nvPicPr>
              <p:cNvPr id="126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33" name="组合 132"/>
            <p:cNvGrpSpPr/>
            <p:nvPr/>
          </p:nvGrpSpPr>
          <p:grpSpPr>
            <a:xfrm>
              <a:off x="10824" y="244"/>
              <a:ext cx="1700" cy="1149"/>
              <a:chOff x="980" y="191"/>
              <a:chExt cx="1700" cy="1149"/>
            </a:xfrm>
          </p:grpSpPr>
          <p:pic>
            <p:nvPicPr>
              <p:cNvPr id="134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3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9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40" name="组合 139"/>
            <p:cNvGrpSpPr/>
            <p:nvPr/>
          </p:nvGrpSpPr>
          <p:grpSpPr>
            <a:xfrm>
              <a:off x="12839" y="244"/>
              <a:ext cx="1700" cy="1149"/>
              <a:chOff x="980" y="191"/>
              <a:chExt cx="1700" cy="1149"/>
            </a:xfrm>
          </p:grpSpPr>
          <p:pic>
            <p:nvPicPr>
              <p:cNvPr id="14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44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4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2" name="组合 151"/>
            <p:cNvGrpSpPr/>
            <p:nvPr/>
          </p:nvGrpSpPr>
          <p:grpSpPr>
            <a:xfrm>
              <a:off x="14739" y="244"/>
              <a:ext cx="1700" cy="1149"/>
              <a:chOff x="980" y="191"/>
              <a:chExt cx="1700" cy="1149"/>
            </a:xfrm>
          </p:grpSpPr>
          <p:pic>
            <p:nvPicPr>
              <p:cNvPr id="15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5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58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9" name="组合 158"/>
            <p:cNvGrpSpPr/>
            <p:nvPr/>
          </p:nvGrpSpPr>
          <p:grpSpPr>
            <a:xfrm>
              <a:off x="16686" y="244"/>
              <a:ext cx="1700" cy="1149"/>
              <a:chOff x="980" y="191"/>
              <a:chExt cx="1700" cy="1149"/>
            </a:xfrm>
          </p:grpSpPr>
          <p:pic>
            <p:nvPicPr>
              <p:cNvPr id="16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61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6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</p:grpSp>
      <p:sp>
        <p:nvSpPr>
          <p:cNvPr id="164" name="文本框 163"/>
          <p:cNvSpPr txBox="1"/>
          <p:nvPr/>
        </p:nvSpPr>
        <p:spPr>
          <a:xfrm>
            <a:off x="4702810" y="93472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Multi-view Video Sequence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11505" y="154940"/>
            <a:ext cx="11031855" cy="729615"/>
            <a:chOff x="1013" y="244"/>
            <a:chExt cx="17373" cy="1149"/>
          </a:xfrm>
        </p:grpSpPr>
        <p:grpSp>
          <p:nvGrpSpPr>
            <p:cNvPr id="106" name="组合 105"/>
            <p:cNvGrpSpPr/>
            <p:nvPr/>
          </p:nvGrpSpPr>
          <p:grpSpPr>
            <a:xfrm>
              <a:off x="1013" y="245"/>
              <a:ext cx="1700" cy="1149"/>
              <a:chOff x="980" y="191"/>
              <a:chExt cx="1700" cy="1149"/>
            </a:xfrm>
          </p:grpSpPr>
          <p:pic>
            <p:nvPicPr>
              <p:cNvPr id="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5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0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08" name="组合 107"/>
            <p:cNvGrpSpPr/>
            <p:nvPr/>
          </p:nvGrpSpPr>
          <p:grpSpPr>
            <a:xfrm>
              <a:off x="2962" y="244"/>
              <a:ext cx="1700" cy="1149"/>
              <a:chOff x="980" y="191"/>
              <a:chExt cx="1700" cy="1149"/>
            </a:xfrm>
          </p:grpSpPr>
          <p:pic>
            <p:nvPicPr>
              <p:cNvPr id="111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4" name="组合 113"/>
            <p:cNvGrpSpPr/>
            <p:nvPr/>
          </p:nvGrpSpPr>
          <p:grpSpPr>
            <a:xfrm>
              <a:off x="4950" y="244"/>
              <a:ext cx="1700" cy="1149"/>
              <a:chOff x="980" y="191"/>
              <a:chExt cx="1700" cy="1149"/>
            </a:xfrm>
          </p:grpSpPr>
          <p:pic>
            <p:nvPicPr>
              <p:cNvPr id="115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9" name="组合 118"/>
            <p:cNvGrpSpPr/>
            <p:nvPr/>
          </p:nvGrpSpPr>
          <p:grpSpPr>
            <a:xfrm>
              <a:off x="6868" y="244"/>
              <a:ext cx="1700" cy="1149"/>
              <a:chOff x="980" y="191"/>
              <a:chExt cx="1700" cy="1149"/>
            </a:xfrm>
          </p:grpSpPr>
          <p:pic>
            <p:nvPicPr>
              <p:cNvPr id="12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2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24" name="组合 123"/>
            <p:cNvGrpSpPr/>
            <p:nvPr/>
          </p:nvGrpSpPr>
          <p:grpSpPr>
            <a:xfrm>
              <a:off x="8895" y="244"/>
              <a:ext cx="1700" cy="1149"/>
              <a:chOff x="980" y="191"/>
              <a:chExt cx="1700" cy="1149"/>
            </a:xfrm>
          </p:grpSpPr>
          <p:pic>
            <p:nvPicPr>
              <p:cNvPr id="126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33" name="组合 132"/>
            <p:cNvGrpSpPr/>
            <p:nvPr/>
          </p:nvGrpSpPr>
          <p:grpSpPr>
            <a:xfrm>
              <a:off x="10824" y="244"/>
              <a:ext cx="1700" cy="1149"/>
              <a:chOff x="980" y="191"/>
              <a:chExt cx="1700" cy="1149"/>
            </a:xfrm>
          </p:grpSpPr>
          <p:pic>
            <p:nvPicPr>
              <p:cNvPr id="134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3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9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40" name="组合 139"/>
            <p:cNvGrpSpPr/>
            <p:nvPr/>
          </p:nvGrpSpPr>
          <p:grpSpPr>
            <a:xfrm>
              <a:off x="12839" y="244"/>
              <a:ext cx="1700" cy="1149"/>
              <a:chOff x="980" y="191"/>
              <a:chExt cx="1700" cy="1149"/>
            </a:xfrm>
          </p:grpSpPr>
          <p:pic>
            <p:nvPicPr>
              <p:cNvPr id="14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44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4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2" name="组合 151"/>
            <p:cNvGrpSpPr/>
            <p:nvPr/>
          </p:nvGrpSpPr>
          <p:grpSpPr>
            <a:xfrm>
              <a:off x="14739" y="244"/>
              <a:ext cx="1700" cy="1149"/>
              <a:chOff x="980" y="191"/>
              <a:chExt cx="1700" cy="1149"/>
            </a:xfrm>
          </p:grpSpPr>
          <p:pic>
            <p:nvPicPr>
              <p:cNvPr id="15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5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58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9" name="组合 158"/>
            <p:cNvGrpSpPr/>
            <p:nvPr/>
          </p:nvGrpSpPr>
          <p:grpSpPr>
            <a:xfrm>
              <a:off x="16686" y="244"/>
              <a:ext cx="1700" cy="1149"/>
              <a:chOff x="980" y="191"/>
              <a:chExt cx="1700" cy="1149"/>
            </a:xfrm>
          </p:grpSpPr>
          <p:pic>
            <p:nvPicPr>
              <p:cNvPr id="16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61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6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11505" y="154940"/>
            <a:ext cx="11031855" cy="729615"/>
            <a:chOff x="1013" y="244"/>
            <a:chExt cx="17373" cy="1149"/>
          </a:xfrm>
        </p:grpSpPr>
        <p:grpSp>
          <p:nvGrpSpPr>
            <p:cNvPr id="106" name="组合 105"/>
            <p:cNvGrpSpPr/>
            <p:nvPr/>
          </p:nvGrpSpPr>
          <p:grpSpPr>
            <a:xfrm>
              <a:off x="1013" y="245"/>
              <a:ext cx="1700" cy="1149"/>
              <a:chOff x="980" y="191"/>
              <a:chExt cx="1700" cy="1149"/>
            </a:xfrm>
          </p:grpSpPr>
          <p:pic>
            <p:nvPicPr>
              <p:cNvPr id="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5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0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08" name="组合 107"/>
            <p:cNvGrpSpPr/>
            <p:nvPr/>
          </p:nvGrpSpPr>
          <p:grpSpPr>
            <a:xfrm>
              <a:off x="2962" y="244"/>
              <a:ext cx="1700" cy="1149"/>
              <a:chOff x="980" y="191"/>
              <a:chExt cx="1700" cy="1149"/>
            </a:xfrm>
          </p:grpSpPr>
          <p:pic>
            <p:nvPicPr>
              <p:cNvPr id="111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4" name="组合 113"/>
            <p:cNvGrpSpPr/>
            <p:nvPr/>
          </p:nvGrpSpPr>
          <p:grpSpPr>
            <a:xfrm>
              <a:off x="4950" y="244"/>
              <a:ext cx="1700" cy="1149"/>
              <a:chOff x="980" y="191"/>
              <a:chExt cx="1700" cy="1149"/>
            </a:xfrm>
          </p:grpSpPr>
          <p:pic>
            <p:nvPicPr>
              <p:cNvPr id="115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9" name="组合 118"/>
            <p:cNvGrpSpPr/>
            <p:nvPr/>
          </p:nvGrpSpPr>
          <p:grpSpPr>
            <a:xfrm>
              <a:off x="6868" y="244"/>
              <a:ext cx="1700" cy="1149"/>
              <a:chOff x="980" y="191"/>
              <a:chExt cx="1700" cy="1149"/>
            </a:xfrm>
          </p:grpSpPr>
          <p:pic>
            <p:nvPicPr>
              <p:cNvPr id="12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2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24" name="组合 123"/>
            <p:cNvGrpSpPr/>
            <p:nvPr/>
          </p:nvGrpSpPr>
          <p:grpSpPr>
            <a:xfrm>
              <a:off x="8895" y="244"/>
              <a:ext cx="1700" cy="1149"/>
              <a:chOff x="980" y="191"/>
              <a:chExt cx="1700" cy="1149"/>
            </a:xfrm>
          </p:grpSpPr>
          <p:pic>
            <p:nvPicPr>
              <p:cNvPr id="126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33" name="组合 132"/>
            <p:cNvGrpSpPr/>
            <p:nvPr/>
          </p:nvGrpSpPr>
          <p:grpSpPr>
            <a:xfrm>
              <a:off x="10824" y="244"/>
              <a:ext cx="1700" cy="1149"/>
              <a:chOff x="980" y="191"/>
              <a:chExt cx="1700" cy="1149"/>
            </a:xfrm>
          </p:grpSpPr>
          <p:pic>
            <p:nvPicPr>
              <p:cNvPr id="134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3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9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40" name="组合 139"/>
            <p:cNvGrpSpPr/>
            <p:nvPr/>
          </p:nvGrpSpPr>
          <p:grpSpPr>
            <a:xfrm>
              <a:off x="12839" y="244"/>
              <a:ext cx="1700" cy="1149"/>
              <a:chOff x="980" y="191"/>
              <a:chExt cx="1700" cy="1149"/>
            </a:xfrm>
          </p:grpSpPr>
          <p:pic>
            <p:nvPicPr>
              <p:cNvPr id="14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44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4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2" name="组合 151"/>
            <p:cNvGrpSpPr/>
            <p:nvPr/>
          </p:nvGrpSpPr>
          <p:grpSpPr>
            <a:xfrm>
              <a:off x="14739" y="244"/>
              <a:ext cx="1700" cy="1149"/>
              <a:chOff x="980" y="191"/>
              <a:chExt cx="1700" cy="1149"/>
            </a:xfrm>
          </p:grpSpPr>
          <p:pic>
            <p:nvPicPr>
              <p:cNvPr id="15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5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58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9" name="组合 158"/>
            <p:cNvGrpSpPr/>
            <p:nvPr/>
          </p:nvGrpSpPr>
          <p:grpSpPr>
            <a:xfrm>
              <a:off x="16686" y="244"/>
              <a:ext cx="1700" cy="1149"/>
              <a:chOff x="980" y="191"/>
              <a:chExt cx="1700" cy="1149"/>
            </a:xfrm>
          </p:grpSpPr>
          <p:pic>
            <p:nvPicPr>
              <p:cNvPr id="16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61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6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</p:grpSp>
      <p:cxnSp>
        <p:nvCxnSpPr>
          <p:cNvPr id="165" name="直接连接符 164"/>
          <p:cNvCxnSpPr/>
          <p:nvPr/>
        </p:nvCxnSpPr>
        <p:spPr>
          <a:xfrm>
            <a:off x="1767478" y="99902"/>
            <a:ext cx="8890" cy="90000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11505" y="154940"/>
            <a:ext cx="11031855" cy="729615"/>
            <a:chOff x="1013" y="244"/>
            <a:chExt cx="17373" cy="1149"/>
          </a:xfrm>
        </p:grpSpPr>
        <p:grpSp>
          <p:nvGrpSpPr>
            <p:cNvPr id="106" name="组合 105"/>
            <p:cNvGrpSpPr/>
            <p:nvPr/>
          </p:nvGrpSpPr>
          <p:grpSpPr>
            <a:xfrm>
              <a:off x="1013" y="245"/>
              <a:ext cx="1700" cy="1149"/>
              <a:chOff x="980" y="191"/>
              <a:chExt cx="1700" cy="1149"/>
            </a:xfrm>
          </p:grpSpPr>
          <p:pic>
            <p:nvPicPr>
              <p:cNvPr id="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5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0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08" name="组合 107"/>
            <p:cNvGrpSpPr/>
            <p:nvPr/>
          </p:nvGrpSpPr>
          <p:grpSpPr>
            <a:xfrm>
              <a:off x="2962" y="244"/>
              <a:ext cx="1700" cy="1149"/>
              <a:chOff x="980" y="191"/>
              <a:chExt cx="1700" cy="1149"/>
            </a:xfrm>
          </p:grpSpPr>
          <p:pic>
            <p:nvPicPr>
              <p:cNvPr id="111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4" name="组合 113"/>
            <p:cNvGrpSpPr/>
            <p:nvPr/>
          </p:nvGrpSpPr>
          <p:grpSpPr>
            <a:xfrm>
              <a:off x="4950" y="244"/>
              <a:ext cx="1700" cy="1149"/>
              <a:chOff x="980" y="191"/>
              <a:chExt cx="1700" cy="1149"/>
            </a:xfrm>
          </p:grpSpPr>
          <p:pic>
            <p:nvPicPr>
              <p:cNvPr id="115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9" name="组合 118"/>
            <p:cNvGrpSpPr/>
            <p:nvPr/>
          </p:nvGrpSpPr>
          <p:grpSpPr>
            <a:xfrm>
              <a:off x="6868" y="244"/>
              <a:ext cx="1700" cy="1149"/>
              <a:chOff x="980" y="191"/>
              <a:chExt cx="1700" cy="1149"/>
            </a:xfrm>
          </p:grpSpPr>
          <p:pic>
            <p:nvPicPr>
              <p:cNvPr id="12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2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24" name="组合 123"/>
            <p:cNvGrpSpPr/>
            <p:nvPr/>
          </p:nvGrpSpPr>
          <p:grpSpPr>
            <a:xfrm>
              <a:off x="8895" y="244"/>
              <a:ext cx="1700" cy="1149"/>
              <a:chOff x="980" y="191"/>
              <a:chExt cx="1700" cy="1149"/>
            </a:xfrm>
          </p:grpSpPr>
          <p:pic>
            <p:nvPicPr>
              <p:cNvPr id="126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33" name="组合 132"/>
            <p:cNvGrpSpPr/>
            <p:nvPr/>
          </p:nvGrpSpPr>
          <p:grpSpPr>
            <a:xfrm>
              <a:off x="10824" y="244"/>
              <a:ext cx="1700" cy="1149"/>
              <a:chOff x="980" y="191"/>
              <a:chExt cx="1700" cy="1149"/>
            </a:xfrm>
          </p:grpSpPr>
          <p:pic>
            <p:nvPicPr>
              <p:cNvPr id="134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3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9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40" name="组合 139"/>
            <p:cNvGrpSpPr/>
            <p:nvPr/>
          </p:nvGrpSpPr>
          <p:grpSpPr>
            <a:xfrm>
              <a:off x="12839" y="244"/>
              <a:ext cx="1700" cy="1149"/>
              <a:chOff x="980" y="191"/>
              <a:chExt cx="1700" cy="1149"/>
            </a:xfrm>
          </p:grpSpPr>
          <p:pic>
            <p:nvPicPr>
              <p:cNvPr id="14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44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4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2" name="组合 151"/>
            <p:cNvGrpSpPr/>
            <p:nvPr/>
          </p:nvGrpSpPr>
          <p:grpSpPr>
            <a:xfrm>
              <a:off x="14739" y="244"/>
              <a:ext cx="1700" cy="1149"/>
              <a:chOff x="980" y="191"/>
              <a:chExt cx="1700" cy="1149"/>
            </a:xfrm>
          </p:grpSpPr>
          <p:pic>
            <p:nvPicPr>
              <p:cNvPr id="15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5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58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9" name="组合 158"/>
            <p:cNvGrpSpPr/>
            <p:nvPr/>
          </p:nvGrpSpPr>
          <p:grpSpPr>
            <a:xfrm>
              <a:off x="16686" y="244"/>
              <a:ext cx="1700" cy="1149"/>
              <a:chOff x="980" y="191"/>
              <a:chExt cx="1700" cy="1149"/>
            </a:xfrm>
          </p:grpSpPr>
          <p:pic>
            <p:nvPicPr>
              <p:cNvPr id="16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61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6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</p:grpSp>
      <p:cxnSp>
        <p:nvCxnSpPr>
          <p:cNvPr id="165" name="直接连接符 164"/>
          <p:cNvCxnSpPr/>
          <p:nvPr/>
        </p:nvCxnSpPr>
        <p:spPr>
          <a:xfrm>
            <a:off x="1767478" y="99902"/>
            <a:ext cx="8890" cy="90000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08000" y="892810"/>
            <a:ext cx="14154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Reference Clip</a:t>
            </a:r>
            <a:endParaRPr lang="en-US" altLang="zh-CN" sz="14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11505" y="154940"/>
            <a:ext cx="11031855" cy="729615"/>
            <a:chOff x="1013" y="244"/>
            <a:chExt cx="17373" cy="1149"/>
          </a:xfrm>
        </p:grpSpPr>
        <p:grpSp>
          <p:nvGrpSpPr>
            <p:cNvPr id="106" name="组合 105"/>
            <p:cNvGrpSpPr/>
            <p:nvPr/>
          </p:nvGrpSpPr>
          <p:grpSpPr>
            <a:xfrm>
              <a:off x="1013" y="245"/>
              <a:ext cx="1700" cy="1149"/>
              <a:chOff x="980" y="191"/>
              <a:chExt cx="1700" cy="1149"/>
            </a:xfrm>
          </p:grpSpPr>
          <p:pic>
            <p:nvPicPr>
              <p:cNvPr id="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5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0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08" name="组合 107"/>
            <p:cNvGrpSpPr/>
            <p:nvPr/>
          </p:nvGrpSpPr>
          <p:grpSpPr>
            <a:xfrm>
              <a:off x="2962" y="244"/>
              <a:ext cx="1700" cy="1149"/>
              <a:chOff x="980" y="191"/>
              <a:chExt cx="1700" cy="1149"/>
            </a:xfrm>
          </p:grpSpPr>
          <p:pic>
            <p:nvPicPr>
              <p:cNvPr id="111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4" name="组合 113"/>
            <p:cNvGrpSpPr/>
            <p:nvPr/>
          </p:nvGrpSpPr>
          <p:grpSpPr>
            <a:xfrm>
              <a:off x="4950" y="244"/>
              <a:ext cx="1700" cy="1149"/>
              <a:chOff x="980" y="191"/>
              <a:chExt cx="1700" cy="1149"/>
            </a:xfrm>
          </p:grpSpPr>
          <p:pic>
            <p:nvPicPr>
              <p:cNvPr id="115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1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1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19" name="组合 118"/>
            <p:cNvGrpSpPr/>
            <p:nvPr/>
          </p:nvGrpSpPr>
          <p:grpSpPr>
            <a:xfrm>
              <a:off x="6868" y="244"/>
              <a:ext cx="1700" cy="1149"/>
              <a:chOff x="980" y="191"/>
              <a:chExt cx="1700" cy="1149"/>
            </a:xfrm>
          </p:grpSpPr>
          <p:pic>
            <p:nvPicPr>
              <p:cNvPr id="12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23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24" name="组合 123"/>
            <p:cNvGrpSpPr/>
            <p:nvPr/>
          </p:nvGrpSpPr>
          <p:grpSpPr>
            <a:xfrm>
              <a:off x="8895" y="244"/>
              <a:ext cx="1700" cy="1149"/>
              <a:chOff x="980" y="191"/>
              <a:chExt cx="1700" cy="1149"/>
            </a:xfrm>
          </p:grpSpPr>
          <p:pic>
            <p:nvPicPr>
              <p:cNvPr id="126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2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33" name="组合 132"/>
            <p:cNvGrpSpPr/>
            <p:nvPr/>
          </p:nvGrpSpPr>
          <p:grpSpPr>
            <a:xfrm>
              <a:off x="10824" y="244"/>
              <a:ext cx="1700" cy="1149"/>
              <a:chOff x="980" y="191"/>
              <a:chExt cx="1700" cy="1149"/>
            </a:xfrm>
          </p:grpSpPr>
          <p:pic>
            <p:nvPicPr>
              <p:cNvPr id="134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3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39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40" name="组合 139"/>
            <p:cNvGrpSpPr/>
            <p:nvPr/>
          </p:nvGrpSpPr>
          <p:grpSpPr>
            <a:xfrm>
              <a:off x="12839" y="244"/>
              <a:ext cx="1700" cy="1149"/>
              <a:chOff x="980" y="191"/>
              <a:chExt cx="1700" cy="1149"/>
            </a:xfrm>
          </p:grpSpPr>
          <p:pic>
            <p:nvPicPr>
              <p:cNvPr id="14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44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46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2" name="组合 151"/>
            <p:cNvGrpSpPr/>
            <p:nvPr/>
          </p:nvGrpSpPr>
          <p:grpSpPr>
            <a:xfrm>
              <a:off x="14739" y="244"/>
              <a:ext cx="1700" cy="1149"/>
              <a:chOff x="980" y="191"/>
              <a:chExt cx="1700" cy="1149"/>
            </a:xfrm>
          </p:grpSpPr>
          <p:pic>
            <p:nvPicPr>
              <p:cNvPr id="153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57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58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  <p:grpSp>
          <p:nvGrpSpPr>
            <p:cNvPr id="159" name="组合 158"/>
            <p:cNvGrpSpPr/>
            <p:nvPr/>
          </p:nvGrpSpPr>
          <p:grpSpPr>
            <a:xfrm>
              <a:off x="16686" y="244"/>
              <a:ext cx="1700" cy="1149"/>
              <a:chOff x="980" y="191"/>
              <a:chExt cx="1700" cy="1149"/>
            </a:xfrm>
          </p:grpSpPr>
          <p:pic>
            <p:nvPicPr>
              <p:cNvPr id="160" name="内容占位符 30"/>
              <p:cNvPicPr>
                <a:picLocks noGrp="1"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80" y="490"/>
                <a:ext cx="1515" cy="850"/>
              </a:xfrm>
              <a:prstGeom prst="rect">
                <a:avLst/>
              </a:prstGeom>
            </p:spPr>
          </p:pic>
          <p:pic>
            <p:nvPicPr>
              <p:cNvPr id="161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073" y="310"/>
                <a:ext cx="1515" cy="850"/>
              </a:xfrm>
              <a:prstGeom prst="rect">
                <a:avLst/>
              </a:prstGeom>
            </p:spPr>
          </p:pic>
          <p:pic>
            <p:nvPicPr>
              <p:cNvPr id="162" name="内容占位符 3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6" y="191"/>
                <a:ext cx="1515" cy="850"/>
              </a:xfrm>
              <a:prstGeom prst="rect">
                <a:avLst/>
              </a:prstGeom>
            </p:spPr>
          </p:pic>
        </p:grpSp>
      </p:grpSp>
      <p:cxnSp>
        <p:nvCxnSpPr>
          <p:cNvPr id="165" name="直接连接符 164"/>
          <p:cNvCxnSpPr/>
          <p:nvPr/>
        </p:nvCxnSpPr>
        <p:spPr>
          <a:xfrm>
            <a:off x="1767478" y="99902"/>
            <a:ext cx="8890" cy="90000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797050" y="892800"/>
            <a:ext cx="14154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Source Clip</a:t>
            </a:r>
            <a:endParaRPr lang="en-US" altLang="zh-CN" sz="1400"/>
          </a:p>
        </p:txBody>
      </p:sp>
      <p:sp>
        <p:nvSpPr>
          <p:cNvPr id="4" name="文本框 3"/>
          <p:cNvSpPr txBox="1"/>
          <p:nvPr/>
        </p:nvSpPr>
        <p:spPr>
          <a:xfrm>
            <a:off x="3027045" y="892800"/>
            <a:ext cx="14154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Source Clip</a:t>
            </a:r>
            <a:endParaRPr lang="en-US" altLang="zh-CN" sz="1400"/>
          </a:p>
        </p:txBody>
      </p:sp>
      <p:pic>
        <p:nvPicPr>
          <p:cNvPr id="11" name="图片 10" descr="省略号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2975" y="965835"/>
            <a:ext cx="180000" cy="180000"/>
          </a:xfrm>
          <a:prstGeom prst="rect">
            <a:avLst/>
          </a:prstGeom>
        </p:spPr>
      </p:pic>
      <p:pic>
        <p:nvPicPr>
          <p:cNvPr id="12" name="图片 11" descr="省略号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8880" y="964800"/>
            <a:ext cx="180000" cy="18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8000" y="892810"/>
            <a:ext cx="14154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Reference Clip</a:t>
            </a:r>
            <a:endParaRPr lang="en-US" altLang="zh-CN" sz="14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 rot="0">
            <a:off x="611505" y="155575"/>
            <a:ext cx="1079500" cy="729615"/>
            <a:chOff x="980" y="191"/>
            <a:chExt cx="1700" cy="1149"/>
          </a:xfrm>
        </p:grpSpPr>
        <p:pic>
          <p:nvPicPr>
            <p:cNvPr id="3" name="内容占位符 30"/>
            <p:cNvPicPr>
              <a:picLocks noGrp="1"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80" y="490"/>
              <a:ext cx="1515" cy="850"/>
            </a:xfrm>
            <a:prstGeom prst="rect">
              <a:avLst/>
            </a:prstGeom>
          </p:spPr>
        </p:pic>
        <p:pic>
          <p:nvPicPr>
            <p:cNvPr id="5" name="内容占位符 3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73" y="310"/>
              <a:ext cx="1515" cy="850"/>
            </a:xfrm>
            <a:prstGeom prst="rect">
              <a:avLst/>
            </a:prstGeom>
          </p:spPr>
        </p:pic>
        <p:pic>
          <p:nvPicPr>
            <p:cNvPr id="10" name="内容占位符 3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66" y="191"/>
              <a:ext cx="1515" cy="850"/>
            </a:xfrm>
            <a:prstGeom prst="rect">
              <a:avLst/>
            </a:prstGeom>
          </p:spPr>
        </p:pic>
      </p:grpSp>
      <p:sp>
        <p:nvSpPr>
          <p:cNvPr id="166" name="文本框 165"/>
          <p:cNvSpPr txBox="1"/>
          <p:nvPr/>
        </p:nvSpPr>
        <p:spPr>
          <a:xfrm>
            <a:off x="508000" y="892810"/>
            <a:ext cx="14154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Reference Clip</a:t>
            </a:r>
            <a:endParaRPr lang="en-US" altLang="zh-CN" sz="14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2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2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4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5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6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7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741045" y="2769870"/>
            <a:ext cx="953135" cy="342900"/>
          </a:xfrm>
          <a:prstGeom prst="roundRect">
            <a:avLst/>
          </a:prstGeom>
          <a:solidFill>
            <a:srgbClr val="FCE6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/>
              <p:cNvSpPr txBox="1"/>
              <p:nvPr/>
            </p:nvSpPr>
            <p:spPr>
              <a:xfrm>
                <a:off x="835025" y="2763520"/>
                <a:ext cx="861695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9" name="文本框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25" y="2763520"/>
                <a:ext cx="861695" cy="3695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7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741045" y="2769870"/>
            <a:ext cx="953135" cy="342900"/>
          </a:xfrm>
          <a:prstGeom prst="roundRect">
            <a:avLst/>
          </a:prstGeom>
          <a:solidFill>
            <a:srgbClr val="FCE6D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/>
              <p:cNvSpPr txBox="1"/>
              <p:nvPr/>
            </p:nvSpPr>
            <p:spPr>
              <a:xfrm>
                <a:off x="835025" y="2763520"/>
                <a:ext cx="861695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9" name="文本框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25" y="2763520"/>
                <a:ext cx="861695" cy="3695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8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3" name="文本框 12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Concat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/>
          <p:cNvCxnSpPr/>
          <p:nvPr/>
        </p:nvCxnSpPr>
        <p:spPr>
          <a:xfrm>
            <a:off x="1734185" y="1178560"/>
            <a:ext cx="57600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732915" y="817245"/>
            <a:ext cx="619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Loss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6" name="文本框 15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3" name="文本框 12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3" name="文本框 12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3" name="文本框 12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3" name="文本框 12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15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3" name="文本框 12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16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" name="矩形 15"/>
          <p:cNvSpPr>
            <a:spLocks noChangeAspect="1"/>
          </p:cNvSpPr>
          <p:nvPr/>
        </p:nvSpPr>
        <p:spPr>
          <a:xfrm>
            <a:off x="3907155" y="1986280"/>
            <a:ext cx="720000" cy="473789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/>
        </p:nvSpPr>
        <p:spPr>
          <a:xfrm>
            <a:off x="22860" y="1919605"/>
            <a:ext cx="720000" cy="473789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8" name="文本框 17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17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  <a:solidFill>
            <a:srgbClr val="FCE6D5"/>
          </a:solidFill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7" name="文本框 16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18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7" name="文本框 16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7" name="图片 36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18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19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806229" y="4080510"/>
            <a:ext cx="187286" cy="377415"/>
            <a:chOff x="7769" y="7448"/>
            <a:chExt cx="295" cy="594"/>
          </a:xfrm>
        </p:grpSpPr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7769" y="7448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7769" y="7747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08" name="肘形连接符 207"/>
          <p:cNvCxnSpPr/>
          <p:nvPr/>
        </p:nvCxnSpPr>
        <p:spPr>
          <a:xfrm rot="10800000" flipH="1" flipV="1">
            <a:off x="4670425" y="2293510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7" name="文本框 16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4838675" y="4196947"/>
            <a:ext cx="117818" cy="143408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18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19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cxnSp>
        <p:nvCxnSpPr>
          <p:cNvPr id="208" name="肘形连接符 207"/>
          <p:cNvCxnSpPr/>
          <p:nvPr/>
        </p:nvCxnSpPr>
        <p:spPr>
          <a:xfrm rot="10800000" flipH="1" flipV="1">
            <a:off x="4670425" y="2293510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4778454" y="4108450"/>
            <a:ext cx="968806" cy="377415"/>
            <a:chOff x="6538" y="7448"/>
            <a:chExt cx="1526" cy="594"/>
          </a:xfrm>
        </p:grpSpPr>
        <p:grpSp>
          <p:nvGrpSpPr>
            <p:cNvPr id="46" name="组合 45"/>
            <p:cNvGrpSpPr/>
            <p:nvPr/>
          </p:nvGrpSpPr>
          <p:grpSpPr>
            <a:xfrm>
              <a:off x="6538" y="7453"/>
              <a:ext cx="1220" cy="590"/>
              <a:chOff x="823674" y="4082889"/>
              <a:chExt cx="774485" cy="374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7" name="矩形 46"/>
              <p:cNvSpPr>
                <a:spLocks noChangeAspect="1"/>
              </p:cNvSpPr>
              <p:nvPr/>
            </p:nvSpPr>
            <p:spPr>
              <a:xfrm>
                <a:off x="82367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>
                <a:spLocks noChangeAspect="1"/>
              </p:cNvSpPr>
              <p:nvPr/>
            </p:nvSpPr>
            <p:spPr>
              <a:xfrm>
                <a:off x="1016669" y="4270090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/>
              <p:cNvSpPr>
                <a:spLocks noChangeAspect="1"/>
              </p:cNvSpPr>
              <p:nvPr/>
            </p:nvSpPr>
            <p:spPr>
              <a:xfrm>
                <a:off x="823915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>
                <a:spLocks noChangeAspect="1"/>
              </p:cNvSpPr>
              <p:nvPr/>
            </p:nvSpPr>
            <p:spPr>
              <a:xfrm>
                <a:off x="10167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>
                <a:spLocks noChangeAspect="1"/>
              </p:cNvSpPr>
              <p:nvPr/>
            </p:nvSpPr>
            <p:spPr>
              <a:xfrm>
                <a:off x="121601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>
                <a:spLocks noChangeAspect="1"/>
              </p:cNvSpPr>
              <p:nvPr/>
            </p:nvSpPr>
            <p:spPr>
              <a:xfrm>
                <a:off x="1214092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55" name="矩形 54"/>
              <p:cNvSpPr>
                <a:spLocks noChangeAspect="1"/>
              </p:cNvSpPr>
              <p:nvPr/>
            </p:nvSpPr>
            <p:spPr>
              <a:xfrm>
                <a:off x="14109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>
                <a:spLocks noChangeAspect="1"/>
              </p:cNvSpPr>
              <p:nvPr/>
            </p:nvSpPr>
            <p:spPr>
              <a:xfrm>
                <a:off x="1410959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7769" y="7448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7769" y="7747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87" name="图形 186" descr="雪花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01866" y="4052403"/>
            <a:ext cx="507064" cy="507064"/>
          </a:xfrm>
          <a:prstGeom prst="rect">
            <a:avLst/>
          </a:prstGeom>
        </p:spPr>
      </p:pic>
      <p:cxnSp>
        <p:nvCxnSpPr>
          <p:cNvPr id="393" name="直接箭头连接符 392"/>
          <p:cNvCxnSpPr/>
          <p:nvPr/>
        </p:nvCxnSpPr>
        <p:spPr>
          <a:xfrm flipV="1">
            <a:off x="5245735" y="4542504"/>
            <a:ext cx="6985" cy="7258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6" name="椭圆 395"/>
          <p:cNvSpPr>
            <a:spLocks noChangeAspect="1"/>
          </p:cNvSpPr>
          <p:nvPr/>
        </p:nvSpPr>
        <p:spPr>
          <a:xfrm>
            <a:off x="5101590" y="4905406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/>
              <p:cNvSpPr txBox="1"/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blipFill rotWithShape="1">
                <a:blip r:embed="rId14"/>
                <a:stretch>
                  <a:fillRect l="-7" t="-89" r="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/>
          <p:cNvCxnSpPr/>
          <p:nvPr/>
        </p:nvCxnSpPr>
        <p:spPr>
          <a:xfrm flipH="1">
            <a:off x="1168083" y="4732677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椭圆 120"/>
          <p:cNvSpPr>
            <a:spLocks noChangeAspect="1"/>
          </p:cNvSpPr>
          <p:nvPr/>
        </p:nvSpPr>
        <p:spPr>
          <a:xfrm>
            <a:off x="1022985" y="4922727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" name="矩形 15"/>
          <p:cNvSpPr>
            <a:spLocks noChangeAspect="1"/>
          </p:cNvSpPr>
          <p:nvPr/>
        </p:nvSpPr>
        <p:spPr>
          <a:xfrm>
            <a:off x="808990" y="4828540"/>
            <a:ext cx="720000" cy="473789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4877435" y="4782820"/>
            <a:ext cx="720000" cy="473789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05755" y="4245207"/>
            <a:ext cx="117818" cy="143408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pic>
        <p:nvPicPr>
          <p:cNvPr id="23" name="图形 186" descr="雪花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94086" y="5658953"/>
            <a:ext cx="507064" cy="507064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9117330" y="572516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Frozen</a:t>
            </a:r>
            <a:endParaRPr lang="en-US" altLang="zh-CN" dirty="0"/>
          </a:p>
        </p:txBody>
      </p:sp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sp>
        <p:nvSpPr>
          <p:cNvPr id="420" name="椭圆 419"/>
          <p:cNvSpPr>
            <a:spLocks noChangeAspect="1"/>
          </p:cNvSpPr>
          <p:nvPr/>
        </p:nvSpPr>
        <p:spPr>
          <a:xfrm>
            <a:off x="3737303" y="576886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4011295" y="574103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Inheritance</a:t>
            </a:r>
            <a:endParaRPr lang="en-US" altLang="zh-CN" dirty="0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23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24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blipFill rotWithShape="1">
                <a:blip r:embed="rId25"/>
                <a:stretch>
                  <a:fillRect l="-107" t="-157" r="103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cxnSp>
        <p:nvCxnSpPr>
          <p:cNvPr id="208" name="肘形连接符 207"/>
          <p:cNvCxnSpPr/>
          <p:nvPr/>
        </p:nvCxnSpPr>
        <p:spPr>
          <a:xfrm rot="10800000" flipH="1" flipV="1">
            <a:off x="4670425" y="2293510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4778454" y="4108450"/>
            <a:ext cx="968806" cy="377415"/>
            <a:chOff x="6538" y="7448"/>
            <a:chExt cx="1526" cy="594"/>
          </a:xfrm>
        </p:grpSpPr>
        <p:grpSp>
          <p:nvGrpSpPr>
            <p:cNvPr id="46" name="组合 45"/>
            <p:cNvGrpSpPr/>
            <p:nvPr/>
          </p:nvGrpSpPr>
          <p:grpSpPr>
            <a:xfrm>
              <a:off x="6538" y="7453"/>
              <a:ext cx="1220" cy="590"/>
              <a:chOff x="823674" y="4082889"/>
              <a:chExt cx="774485" cy="374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7" name="矩形 46"/>
              <p:cNvSpPr>
                <a:spLocks noChangeAspect="1"/>
              </p:cNvSpPr>
              <p:nvPr/>
            </p:nvSpPr>
            <p:spPr>
              <a:xfrm>
                <a:off x="82367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>
                <a:spLocks noChangeAspect="1"/>
              </p:cNvSpPr>
              <p:nvPr/>
            </p:nvSpPr>
            <p:spPr>
              <a:xfrm>
                <a:off x="1016669" y="4270090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/>
              <p:cNvSpPr>
                <a:spLocks noChangeAspect="1"/>
              </p:cNvSpPr>
              <p:nvPr/>
            </p:nvSpPr>
            <p:spPr>
              <a:xfrm>
                <a:off x="823915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>
                <a:spLocks noChangeAspect="1"/>
              </p:cNvSpPr>
              <p:nvPr/>
            </p:nvSpPr>
            <p:spPr>
              <a:xfrm>
                <a:off x="10167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>
                <a:spLocks noChangeAspect="1"/>
              </p:cNvSpPr>
              <p:nvPr/>
            </p:nvSpPr>
            <p:spPr>
              <a:xfrm>
                <a:off x="121601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>
                <a:spLocks noChangeAspect="1"/>
              </p:cNvSpPr>
              <p:nvPr/>
            </p:nvSpPr>
            <p:spPr>
              <a:xfrm>
                <a:off x="1214092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55" name="矩形 54"/>
              <p:cNvSpPr>
                <a:spLocks noChangeAspect="1"/>
              </p:cNvSpPr>
              <p:nvPr/>
            </p:nvSpPr>
            <p:spPr>
              <a:xfrm>
                <a:off x="14109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>
                <a:spLocks noChangeAspect="1"/>
              </p:cNvSpPr>
              <p:nvPr/>
            </p:nvSpPr>
            <p:spPr>
              <a:xfrm>
                <a:off x="1410959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7769" y="7448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7769" y="7747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87" name="图形 186" descr="雪花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01866" y="4052403"/>
            <a:ext cx="507064" cy="507064"/>
          </a:xfrm>
          <a:prstGeom prst="rect">
            <a:avLst/>
          </a:prstGeom>
        </p:spPr>
      </p:pic>
      <p:cxnSp>
        <p:nvCxnSpPr>
          <p:cNvPr id="393" name="直接箭头连接符 392"/>
          <p:cNvCxnSpPr/>
          <p:nvPr/>
        </p:nvCxnSpPr>
        <p:spPr>
          <a:xfrm flipV="1">
            <a:off x="5245735" y="4542504"/>
            <a:ext cx="6985" cy="7258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6" name="椭圆 395"/>
          <p:cNvSpPr>
            <a:spLocks noChangeAspect="1"/>
          </p:cNvSpPr>
          <p:nvPr/>
        </p:nvSpPr>
        <p:spPr>
          <a:xfrm>
            <a:off x="5101590" y="4905406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/>
              <p:cNvSpPr txBox="1"/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blipFill rotWithShape="1">
                <a:blip r:embed="rId14"/>
                <a:stretch>
                  <a:fillRect l="-7" t="-89" r="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/>
          <p:cNvCxnSpPr/>
          <p:nvPr/>
        </p:nvCxnSpPr>
        <p:spPr>
          <a:xfrm flipH="1">
            <a:off x="1168083" y="4732677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椭圆 120"/>
          <p:cNvSpPr>
            <a:spLocks noChangeAspect="1"/>
          </p:cNvSpPr>
          <p:nvPr/>
        </p:nvSpPr>
        <p:spPr>
          <a:xfrm>
            <a:off x="1022985" y="4922727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98" name="肘形连接符 197"/>
          <p:cNvCxnSpPr/>
          <p:nvPr/>
        </p:nvCxnSpPr>
        <p:spPr>
          <a:xfrm>
            <a:off x="5755049" y="3523505"/>
            <a:ext cx="925830" cy="36258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肘形连接符 200"/>
          <p:cNvCxnSpPr/>
          <p:nvPr/>
        </p:nvCxnSpPr>
        <p:spPr>
          <a:xfrm flipV="1">
            <a:off x="5723890" y="3886090"/>
            <a:ext cx="963295" cy="361950"/>
          </a:xfrm>
          <a:prstGeom prst="bentConnector3">
            <a:avLst>
              <a:gd name="adj1" fmla="val 5003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4" name="椭圆 203"/>
          <p:cNvSpPr>
            <a:spLocks noChangeAspect="1"/>
          </p:cNvSpPr>
          <p:nvPr/>
        </p:nvSpPr>
        <p:spPr>
          <a:xfrm>
            <a:off x="6072696" y="3745349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7" name="文本框 16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05755" y="4245207"/>
            <a:ext cx="117818" cy="143408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pic>
        <p:nvPicPr>
          <p:cNvPr id="21" name="图形 186" descr="雪花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94086" y="5658953"/>
            <a:ext cx="507064" cy="507064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9117330" y="572516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Frozen</a:t>
            </a:r>
            <a:endParaRPr lang="en-US" altLang="zh-CN" dirty="0"/>
          </a:p>
        </p:txBody>
      </p:sp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sp>
        <p:nvSpPr>
          <p:cNvPr id="420" name="椭圆 419"/>
          <p:cNvSpPr>
            <a:spLocks noChangeAspect="1"/>
          </p:cNvSpPr>
          <p:nvPr/>
        </p:nvSpPr>
        <p:spPr>
          <a:xfrm>
            <a:off x="3737303" y="576886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4011295" y="574103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Inheritance</a:t>
            </a:r>
            <a:endParaRPr lang="en-US" altLang="zh-CN" dirty="0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blipFill rotWithShape="1">
                <a:blip r:embed="rId22"/>
                <a:stretch>
                  <a:fillRect l="-107" t="-157" r="103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23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24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cxnSp>
        <p:nvCxnSpPr>
          <p:cNvPr id="208" name="肘形连接符 207"/>
          <p:cNvCxnSpPr/>
          <p:nvPr/>
        </p:nvCxnSpPr>
        <p:spPr>
          <a:xfrm rot="10800000" flipH="1" flipV="1">
            <a:off x="4670425" y="2293510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4778454" y="4108450"/>
            <a:ext cx="968806" cy="377415"/>
            <a:chOff x="6538" y="7448"/>
            <a:chExt cx="1526" cy="594"/>
          </a:xfrm>
        </p:grpSpPr>
        <p:grpSp>
          <p:nvGrpSpPr>
            <p:cNvPr id="46" name="组合 45"/>
            <p:cNvGrpSpPr/>
            <p:nvPr/>
          </p:nvGrpSpPr>
          <p:grpSpPr>
            <a:xfrm>
              <a:off x="6538" y="7453"/>
              <a:ext cx="1220" cy="590"/>
              <a:chOff x="823674" y="4082889"/>
              <a:chExt cx="774485" cy="374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7" name="矩形 46"/>
              <p:cNvSpPr>
                <a:spLocks noChangeAspect="1"/>
              </p:cNvSpPr>
              <p:nvPr/>
            </p:nvSpPr>
            <p:spPr>
              <a:xfrm>
                <a:off x="82367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>
                <a:spLocks noChangeAspect="1"/>
              </p:cNvSpPr>
              <p:nvPr/>
            </p:nvSpPr>
            <p:spPr>
              <a:xfrm>
                <a:off x="1016669" y="4270090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/>
              <p:cNvSpPr>
                <a:spLocks noChangeAspect="1"/>
              </p:cNvSpPr>
              <p:nvPr/>
            </p:nvSpPr>
            <p:spPr>
              <a:xfrm>
                <a:off x="823915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>
                <a:spLocks noChangeAspect="1"/>
              </p:cNvSpPr>
              <p:nvPr/>
            </p:nvSpPr>
            <p:spPr>
              <a:xfrm>
                <a:off x="10167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>
                <a:spLocks noChangeAspect="1"/>
              </p:cNvSpPr>
              <p:nvPr/>
            </p:nvSpPr>
            <p:spPr>
              <a:xfrm>
                <a:off x="121601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>
                <a:spLocks noChangeAspect="1"/>
              </p:cNvSpPr>
              <p:nvPr/>
            </p:nvSpPr>
            <p:spPr>
              <a:xfrm>
                <a:off x="1214092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55" name="矩形 54"/>
              <p:cNvSpPr>
                <a:spLocks noChangeAspect="1"/>
              </p:cNvSpPr>
              <p:nvPr/>
            </p:nvSpPr>
            <p:spPr>
              <a:xfrm>
                <a:off x="14109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>
                <a:spLocks noChangeAspect="1"/>
              </p:cNvSpPr>
              <p:nvPr/>
            </p:nvSpPr>
            <p:spPr>
              <a:xfrm>
                <a:off x="1410959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7769" y="7448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7769" y="7747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87" name="图形 186" descr="雪花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01866" y="4052403"/>
            <a:ext cx="507064" cy="507064"/>
          </a:xfrm>
          <a:prstGeom prst="rect">
            <a:avLst/>
          </a:prstGeom>
        </p:spPr>
      </p:pic>
      <p:cxnSp>
        <p:nvCxnSpPr>
          <p:cNvPr id="393" name="直接箭头连接符 392"/>
          <p:cNvCxnSpPr/>
          <p:nvPr/>
        </p:nvCxnSpPr>
        <p:spPr>
          <a:xfrm flipV="1">
            <a:off x="5245735" y="4542504"/>
            <a:ext cx="6985" cy="7258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6" name="椭圆 395"/>
          <p:cNvSpPr>
            <a:spLocks noChangeAspect="1"/>
          </p:cNvSpPr>
          <p:nvPr/>
        </p:nvSpPr>
        <p:spPr>
          <a:xfrm>
            <a:off x="5101590" y="4905406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/>
              <p:cNvSpPr txBox="1"/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blipFill rotWithShape="1">
                <a:blip r:embed="rId14"/>
                <a:stretch>
                  <a:fillRect l="-7" t="-89" r="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/>
          <p:cNvCxnSpPr/>
          <p:nvPr/>
        </p:nvCxnSpPr>
        <p:spPr>
          <a:xfrm flipH="1">
            <a:off x="1168083" y="4732677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椭圆 120"/>
          <p:cNvSpPr>
            <a:spLocks noChangeAspect="1"/>
          </p:cNvSpPr>
          <p:nvPr/>
        </p:nvSpPr>
        <p:spPr>
          <a:xfrm>
            <a:off x="1022985" y="4922727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98" name="肘形连接符 197"/>
          <p:cNvCxnSpPr/>
          <p:nvPr/>
        </p:nvCxnSpPr>
        <p:spPr>
          <a:xfrm>
            <a:off x="5755049" y="3523505"/>
            <a:ext cx="925830" cy="36258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肘形连接符 200"/>
          <p:cNvCxnSpPr/>
          <p:nvPr/>
        </p:nvCxnSpPr>
        <p:spPr>
          <a:xfrm flipV="1">
            <a:off x="5723890" y="3886090"/>
            <a:ext cx="963295" cy="361950"/>
          </a:xfrm>
          <a:prstGeom prst="bentConnector3">
            <a:avLst>
              <a:gd name="adj1" fmla="val 5003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4" name="椭圆 203"/>
          <p:cNvSpPr>
            <a:spLocks noChangeAspect="1"/>
          </p:cNvSpPr>
          <p:nvPr/>
        </p:nvSpPr>
        <p:spPr>
          <a:xfrm>
            <a:off x="6072696" y="3745349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84" name="圆角矩形 183"/>
          <p:cNvSpPr/>
          <p:nvPr/>
        </p:nvSpPr>
        <p:spPr>
          <a:xfrm rot="5400000">
            <a:off x="6411595" y="3798460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205" name="圆角矩形 204"/>
          <p:cNvSpPr/>
          <p:nvPr/>
        </p:nvSpPr>
        <p:spPr>
          <a:xfrm rot="5400000">
            <a:off x="6605270" y="3797825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t="-171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8" name="图形 186" descr="雪花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23986" y="3632668"/>
            <a:ext cx="507064" cy="507064"/>
          </a:xfrm>
          <a:prstGeom prst="rect">
            <a:avLst/>
          </a:prstGeom>
        </p:spPr>
      </p:pic>
      <p:cxnSp>
        <p:nvCxnSpPr>
          <p:cNvPr id="397" name="直接箭头连接符 396"/>
          <p:cNvCxnSpPr/>
          <p:nvPr/>
        </p:nvCxnSpPr>
        <p:spPr>
          <a:xfrm flipV="1">
            <a:off x="6854825" y="4556474"/>
            <a:ext cx="5239" cy="710106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8" name="椭圆 397"/>
          <p:cNvSpPr>
            <a:spLocks noChangeAspect="1"/>
          </p:cNvSpPr>
          <p:nvPr/>
        </p:nvSpPr>
        <p:spPr>
          <a:xfrm>
            <a:off x="6707505" y="489701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本框 140"/>
              <p:cNvSpPr txBox="1"/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1" name="文本框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blipFill rotWithShape="1">
                <a:blip r:embed="rId16"/>
                <a:stretch>
                  <a:fillRect l="-12" t="-62" r="77" b="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接箭头连接符 77"/>
          <p:cNvCxnSpPr/>
          <p:nvPr/>
        </p:nvCxnSpPr>
        <p:spPr>
          <a:xfrm flipH="1">
            <a:off x="2810193" y="4711722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椭圆 117"/>
          <p:cNvSpPr>
            <a:spLocks noChangeAspect="1"/>
          </p:cNvSpPr>
          <p:nvPr/>
        </p:nvSpPr>
        <p:spPr>
          <a:xfrm>
            <a:off x="2665610" y="490272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6" name="矩形 15"/>
          <p:cNvSpPr>
            <a:spLocks noChangeAspect="1"/>
          </p:cNvSpPr>
          <p:nvPr/>
        </p:nvSpPr>
        <p:spPr>
          <a:xfrm>
            <a:off x="2453640" y="4834890"/>
            <a:ext cx="720000" cy="473789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6490335" y="4782820"/>
            <a:ext cx="720000" cy="473789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05755" y="4245207"/>
            <a:ext cx="117818" cy="143408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pic>
        <p:nvPicPr>
          <p:cNvPr id="25" name="图形 186" descr="雪花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94086" y="5658953"/>
            <a:ext cx="507064" cy="507064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9117330" y="572516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Frozen</a:t>
            </a:r>
            <a:endParaRPr lang="en-US" altLang="zh-CN" dirty="0"/>
          </a:p>
        </p:txBody>
      </p:sp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sp>
        <p:nvSpPr>
          <p:cNvPr id="420" name="椭圆 419"/>
          <p:cNvSpPr>
            <a:spLocks noChangeAspect="1"/>
          </p:cNvSpPr>
          <p:nvPr/>
        </p:nvSpPr>
        <p:spPr>
          <a:xfrm>
            <a:off x="3737303" y="576886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4011295" y="574103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Inheritance</a:t>
            </a:r>
            <a:endParaRPr lang="en-US" altLang="zh-CN" dirty="0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blipFill rotWithShape="1">
                <a:blip r:embed="rId25"/>
                <a:stretch>
                  <a:fillRect l="-107" t="-157" r="103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26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27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cxnSp>
        <p:nvCxnSpPr>
          <p:cNvPr id="208" name="肘形连接符 207"/>
          <p:cNvCxnSpPr/>
          <p:nvPr/>
        </p:nvCxnSpPr>
        <p:spPr>
          <a:xfrm rot="10800000" flipH="1" flipV="1">
            <a:off x="4670425" y="2293510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4778454" y="4108450"/>
            <a:ext cx="968806" cy="377415"/>
            <a:chOff x="6538" y="7448"/>
            <a:chExt cx="1526" cy="594"/>
          </a:xfrm>
        </p:grpSpPr>
        <p:grpSp>
          <p:nvGrpSpPr>
            <p:cNvPr id="46" name="组合 45"/>
            <p:cNvGrpSpPr/>
            <p:nvPr/>
          </p:nvGrpSpPr>
          <p:grpSpPr>
            <a:xfrm>
              <a:off x="6538" y="7453"/>
              <a:ext cx="1220" cy="590"/>
              <a:chOff x="823674" y="4082889"/>
              <a:chExt cx="774485" cy="374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7" name="矩形 46"/>
              <p:cNvSpPr>
                <a:spLocks noChangeAspect="1"/>
              </p:cNvSpPr>
              <p:nvPr/>
            </p:nvSpPr>
            <p:spPr>
              <a:xfrm>
                <a:off x="82367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>
                <a:spLocks noChangeAspect="1"/>
              </p:cNvSpPr>
              <p:nvPr/>
            </p:nvSpPr>
            <p:spPr>
              <a:xfrm>
                <a:off x="1016669" y="4270090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/>
              <p:cNvSpPr>
                <a:spLocks noChangeAspect="1"/>
              </p:cNvSpPr>
              <p:nvPr/>
            </p:nvSpPr>
            <p:spPr>
              <a:xfrm>
                <a:off x="823915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>
                <a:spLocks noChangeAspect="1"/>
              </p:cNvSpPr>
              <p:nvPr/>
            </p:nvSpPr>
            <p:spPr>
              <a:xfrm>
                <a:off x="10167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>
                <a:spLocks noChangeAspect="1"/>
              </p:cNvSpPr>
              <p:nvPr/>
            </p:nvSpPr>
            <p:spPr>
              <a:xfrm>
                <a:off x="121601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>
                <a:spLocks noChangeAspect="1"/>
              </p:cNvSpPr>
              <p:nvPr/>
            </p:nvSpPr>
            <p:spPr>
              <a:xfrm>
                <a:off x="1214092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55" name="矩形 54"/>
              <p:cNvSpPr>
                <a:spLocks noChangeAspect="1"/>
              </p:cNvSpPr>
              <p:nvPr/>
            </p:nvSpPr>
            <p:spPr>
              <a:xfrm>
                <a:off x="14109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>
                <a:spLocks noChangeAspect="1"/>
              </p:cNvSpPr>
              <p:nvPr/>
            </p:nvSpPr>
            <p:spPr>
              <a:xfrm>
                <a:off x="1410959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7769" y="7448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7769" y="7747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87" name="图形 186" descr="雪花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01866" y="4052403"/>
            <a:ext cx="507064" cy="507064"/>
          </a:xfrm>
          <a:prstGeom prst="rect">
            <a:avLst/>
          </a:prstGeom>
        </p:spPr>
      </p:pic>
      <p:cxnSp>
        <p:nvCxnSpPr>
          <p:cNvPr id="393" name="直接箭头连接符 392"/>
          <p:cNvCxnSpPr/>
          <p:nvPr/>
        </p:nvCxnSpPr>
        <p:spPr>
          <a:xfrm flipV="1">
            <a:off x="5245735" y="4542504"/>
            <a:ext cx="6985" cy="7258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6" name="椭圆 395"/>
          <p:cNvSpPr>
            <a:spLocks noChangeAspect="1"/>
          </p:cNvSpPr>
          <p:nvPr/>
        </p:nvSpPr>
        <p:spPr>
          <a:xfrm>
            <a:off x="5101590" y="4905406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/>
              <p:cNvSpPr txBox="1"/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blipFill rotWithShape="1">
                <a:blip r:embed="rId14"/>
                <a:stretch>
                  <a:fillRect l="-7" t="-89" r="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/>
          <p:cNvCxnSpPr/>
          <p:nvPr/>
        </p:nvCxnSpPr>
        <p:spPr>
          <a:xfrm flipH="1">
            <a:off x="1168083" y="4732677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椭圆 120"/>
          <p:cNvSpPr>
            <a:spLocks noChangeAspect="1"/>
          </p:cNvSpPr>
          <p:nvPr/>
        </p:nvSpPr>
        <p:spPr>
          <a:xfrm>
            <a:off x="1022985" y="4922727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98" name="肘形连接符 197"/>
          <p:cNvCxnSpPr/>
          <p:nvPr/>
        </p:nvCxnSpPr>
        <p:spPr>
          <a:xfrm>
            <a:off x="5755049" y="3523505"/>
            <a:ext cx="925830" cy="36258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肘形连接符 200"/>
          <p:cNvCxnSpPr/>
          <p:nvPr/>
        </p:nvCxnSpPr>
        <p:spPr>
          <a:xfrm flipV="1">
            <a:off x="5723890" y="3886090"/>
            <a:ext cx="963295" cy="361950"/>
          </a:xfrm>
          <a:prstGeom prst="bentConnector3">
            <a:avLst>
              <a:gd name="adj1" fmla="val 5003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4" name="椭圆 203"/>
          <p:cNvSpPr>
            <a:spLocks noChangeAspect="1"/>
          </p:cNvSpPr>
          <p:nvPr/>
        </p:nvSpPr>
        <p:spPr>
          <a:xfrm>
            <a:off x="6072696" y="3745349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84" name="圆角矩形 183"/>
          <p:cNvSpPr/>
          <p:nvPr/>
        </p:nvSpPr>
        <p:spPr>
          <a:xfrm rot="5400000">
            <a:off x="6411595" y="3798460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205" name="圆角矩形 204"/>
          <p:cNvSpPr/>
          <p:nvPr/>
        </p:nvSpPr>
        <p:spPr>
          <a:xfrm rot="5400000">
            <a:off x="6605270" y="3797825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t="-171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8" name="图形 186" descr="雪花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23986" y="3632668"/>
            <a:ext cx="507064" cy="507064"/>
          </a:xfrm>
          <a:prstGeom prst="rect">
            <a:avLst/>
          </a:prstGeom>
        </p:spPr>
      </p:pic>
      <p:cxnSp>
        <p:nvCxnSpPr>
          <p:cNvPr id="397" name="直接箭头连接符 396"/>
          <p:cNvCxnSpPr/>
          <p:nvPr/>
        </p:nvCxnSpPr>
        <p:spPr>
          <a:xfrm flipV="1">
            <a:off x="6854825" y="4556474"/>
            <a:ext cx="5239" cy="710106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8" name="椭圆 397"/>
          <p:cNvSpPr>
            <a:spLocks noChangeAspect="1"/>
          </p:cNvSpPr>
          <p:nvPr/>
        </p:nvSpPr>
        <p:spPr>
          <a:xfrm>
            <a:off x="6707505" y="489701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本框 140"/>
              <p:cNvSpPr txBox="1"/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1" name="文本框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blipFill rotWithShape="1">
                <a:blip r:embed="rId16"/>
                <a:stretch>
                  <a:fillRect l="-12" t="-62" r="77" b="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接箭头连接符 77"/>
          <p:cNvCxnSpPr/>
          <p:nvPr/>
        </p:nvCxnSpPr>
        <p:spPr>
          <a:xfrm flipH="1">
            <a:off x="2810193" y="4711722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椭圆 117"/>
          <p:cNvSpPr>
            <a:spLocks noChangeAspect="1"/>
          </p:cNvSpPr>
          <p:nvPr/>
        </p:nvSpPr>
        <p:spPr>
          <a:xfrm>
            <a:off x="2665610" y="490272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06" name="肘形连接符 205"/>
          <p:cNvCxnSpPr/>
          <p:nvPr/>
        </p:nvCxnSpPr>
        <p:spPr>
          <a:xfrm flipV="1">
            <a:off x="7055485" y="2203340"/>
            <a:ext cx="425450" cy="1682115"/>
          </a:xfrm>
          <a:prstGeom prst="bentConnector3">
            <a:avLst>
              <a:gd name="adj1" fmla="val 15597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96" name="组合 295"/>
          <p:cNvGrpSpPr>
            <a:grpSpLocks noChangeAspect="1"/>
          </p:cNvGrpSpPr>
          <p:nvPr/>
        </p:nvGrpSpPr>
        <p:grpSpPr>
          <a:xfrm>
            <a:off x="6400086" y="1804926"/>
            <a:ext cx="1084104" cy="667800"/>
            <a:chOff x="9463" y="3922"/>
            <a:chExt cx="9242" cy="5693"/>
          </a:xfrm>
        </p:grpSpPr>
        <p:pic>
          <p:nvPicPr>
            <p:cNvPr id="297" name="图片 2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298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00" name="直接连接符 299"/>
            <p:cNvCxnSpPr>
              <a:stCxn id="298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2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7" name="文本框 16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/>
          <p:cNvSpPr txBox="1"/>
          <p:nvPr/>
        </p:nvSpPr>
        <p:spPr>
          <a:xfrm>
            <a:off x="6337300" y="2439877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ym typeface="+mn-ea"/>
              </a:rPr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05755" y="4245207"/>
            <a:ext cx="117818" cy="143408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pic>
        <p:nvPicPr>
          <p:cNvPr id="23" name="图形 186" descr="雪花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694086" y="5658953"/>
            <a:ext cx="507064" cy="507064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9117330" y="572516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Frozen</a:t>
            </a:r>
            <a:endParaRPr lang="en-US" altLang="zh-CN" dirty="0"/>
          </a:p>
        </p:txBody>
      </p:sp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sp>
        <p:nvSpPr>
          <p:cNvPr id="420" name="椭圆 419"/>
          <p:cNvSpPr>
            <a:spLocks noChangeAspect="1"/>
          </p:cNvSpPr>
          <p:nvPr/>
        </p:nvSpPr>
        <p:spPr>
          <a:xfrm>
            <a:off x="3737303" y="576886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4011295" y="574103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Inheritance</a:t>
            </a:r>
            <a:endParaRPr lang="en-US" altLang="zh-CN" dirty="0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24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25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blipFill rotWithShape="1">
                <a:blip r:embed="rId26"/>
                <a:stretch>
                  <a:fillRect l="-107" t="-157" r="103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cxnSp>
        <p:nvCxnSpPr>
          <p:cNvPr id="208" name="肘形连接符 207"/>
          <p:cNvCxnSpPr/>
          <p:nvPr/>
        </p:nvCxnSpPr>
        <p:spPr>
          <a:xfrm rot="10800000" flipH="1" flipV="1">
            <a:off x="4670425" y="2293510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4778454" y="4108450"/>
            <a:ext cx="968806" cy="377415"/>
            <a:chOff x="6538" y="7448"/>
            <a:chExt cx="1526" cy="594"/>
          </a:xfrm>
        </p:grpSpPr>
        <p:grpSp>
          <p:nvGrpSpPr>
            <p:cNvPr id="46" name="组合 45"/>
            <p:cNvGrpSpPr/>
            <p:nvPr/>
          </p:nvGrpSpPr>
          <p:grpSpPr>
            <a:xfrm>
              <a:off x="6538" y="7453"/>
              <a:ext cx="1220" cy="590"/>
              <a:chOff x="823674" y="4082889"/>
              <a:chExt cx="774485" cy="374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7" name="矩形 46"/>
              <p:cNvSpPr>
                <a:spLocks noChangeAspect="1"/>
              </p:cNvSpPr>
              <p:nvPr/>
            </p:nvSpPr>
            <p:spPr>
              <a:xfrm>
                <a:off x="82367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>
                <a:spLocks noChangeAspect="1"/>
              </p:cNvSpPr>
              <p:nvPr/>
            </p:nvSpPr>
            <p:spPr>
              <a:xfrm>
                <a:off x="1016669" y="4270090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/>
              <p:cNvSpPr>
                <a:spLocks noChangeAspect="1"/>
              </p:cNvSpPr>
              <p:nvPr/>
            </p:nvSpPr>
            <p:spPr>
              <a:xfrm>
                <a:off x="823915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>
                <a:spLocks noChangeAspect="1"/>
              </p:cNvSpPr>
              <p:nvPr/>
            </p:nvSpPr>
            <p:spPr>
              <a:xfrm>
                <a:off x="10167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>
                <a:spLocks noChangeAspect="1"/>
              </p:cNvSpPr>
              <p:nvPr/>
            </p:nvSpPr>
            <p:spPr>
              <a:xfrm>
                <a:off x="121601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>
                <a:spLocks noChangeAspect="1"/>
              </p:cNvSpPr>
              <p:nvPr/>
            </p:nvSpPr>
            <p:spPr>
              <a:xfrm>
                <a:off x="1214092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55" name="矩形 54"/>
              <p:cNvSpPr>
                <a:spLocks noChangeAspect="1"/>
              </p:cNvSpPr>
              <p:nvPr/>
            </p:nvSpPr>
            <p:spPr>
              <a:xfrm>
                <a:off x="14109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>
                <a:spLocks noChangeAspect="1"/>
              </p:cNvSpPr>
              <p:nvPr/>
            </p:nvSpPr>
            <p:spPr>
              <a:xfrm>
                <a:off x="1410959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7769" y="7448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7769" y="7747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87" name="图形 186" descr="雪花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01866" y="4052403"/>
            <a:ext cx="507064" cy="507064"/>
          </a:xfrm>
          <a:prstGeom prst="rect">
            <a:avLst/>
          </a:prstGeom>
        </p:spPr>
      </p:pic>
      <p:cxnSp>
        <p:nvCxnSpPr>
          <p:cNvPr id="393" name="直接箭头连接符 392"/>
          <p:cNvCxnSpPr/>
          <p:nvPr/>
        </p:nvCxnSpPr>
        <p:spPr>
          <a:xfrm flipV="1">
            <a:off x="5245735" y="4542504"/>
            <a:ext cx="6985" cy="7258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6" name="椭圆 395"/>
          <p:cNvSpPr>
            <a:spLocks noChangeAspect="1"/>
          </p:cNvSpPr>
          <p:nvPr/>
        </p:nvSpPr>
        <p:spPr>
          <a:xfrm>
            <a:off x="5101590" y="4905406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/>
              <p:cNvSpPr txBox="1"/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blipFill rotWithShape="1">
                <a:blip r:embed="rId14"/>
                <a:stretch>
                  <a:fillRect l="-7" t="-89" r="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/>
          <p:cNvCxnSpPr/>
          <p:nvPr/>
        </p:nvCxnSpPr>
        <p:spPr>
          <a:xfrm flipH="1">
            <a:off x="1168083" y="4732677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椭圆 120"/>
          <p:cNvSpPr>
            <a:spLocks noChangeAspect="1"/>
          </p:cNvSpPr>
          <p:nvPr/>
        </p:nvSpPr>
        <p:spPr>
          <a:xfrm>
            <a:off x="1022985" y="4922727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98" name="肘形连接符 197"/>
          <p:cNvCxnSpPr/>
          <p:nvPr/>
        </p:nvCxnSpPr>
        <p:spPr>
          <a:xfrm>
            <a:off x="5755049" y="3523505"/>
            <a:ext cx="925830" cy="36258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肘形连接符 200"/>
          <p:cNvCxnSpPr/>
          <p:nvPr/>
        </p:nvCxnSpPr>
        <p:spPr>
          <a:xfrm flipV="1">
            <a:off x="5723890" y="3886090"/>
            <a:ext cx="963295" cy="361950"/>
          </a:xfrm>
          <a:prstGeom prst="bentConnector3">
            <a:avLst>
              <a:gd name="adj1" fmla="val 5003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4" name="椭圆 203"/>
          <p:cNvSpPr>
            <a:spLocks noChangeAspect="1"/>
          </p:cNvSpPr>
          <p:nvPr/>
        </p:nvSpPr>
        <p:spPr>
          <a:xfrm>
            <a:off x="6072696" y="3745349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84" name="圆角矩形 183"/>
          <p:cNvSpPr/>
          <p:nvPr/>
        </p:nvSpPr>
        <p:spPr>
          <a:xfrm rot="5400000">
            <a:off x="6411595" y="3798460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205" name="圆角矩形 204"/>
          <p:cNvSpPr/>
          <p:nvPr/>
        </p:nvSpPr>
        <p:spPr>
          <a:xfrm rot="5400000">
            <a:off x="6605270" y="3797825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t="-171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8" name="图形 186" descr="雪花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23986" y="3632668"/>
            <a:ext cx="507064" cy="507064"/>
          </a:xfrm>
          <a:prstGeom prst="rect">
            <a:avLst/>
          </a:prstGeom>
        </p:spPr>
      </p:pic>
      <p:cxnSp>
        <p:nvCxnSpPr>
          <p:cNvPr id="397" name="直接箭头连接符 396"/>
          <p:cNvCxnSpPr/>
          <p:nvPr/>
        </p:nvCxnSpPr>
        <p:spPr>
          <a:xfrm flipV="1">
            <a:off x="6854825" y="4556474"/>
            <a:ext cx="5239" cy="710106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8" name="椭圆 397"/>
          <p:cNvSpPr>
            <a:spLocks noChangeAspect="1"/>
          </p:cNvSpPr>
          <p:nvPr/>
        </p:nvSpPr>
        <p:spPr>
          <a:xfrm>
            <a:off x="6707505" y="489701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本框 140"/>
              <p:cNvSpPr txBox="1"/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1" name="文本框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blipFill rotWithShape="1">
                <a:blip r:embed="rId16"/>
                <a:stretch>
                  <a:fillRect l="-12" t="-62" r="77" b="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接箭头连接符 77"/>
          <p:cNvCxnSpPr/>
          <p:nvPr/>
        </p:nvCxnSpPr>
        <p:spPr>
          <a:xfrm flipH="1">
            <a:off x="2810193" y="4711722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椭圆 117"/>
          <p:cNvSpPr>
            <a:spLocks noChangeAspect="1"/>
          </p:cNvSpPr>
          <p:nvPr/>
        </p:nvSpPr>
        <p:spPr>
          <a:xfrm>
            <a:off x="2665610" y="490272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06" name="肘形连接符 205"/>
          <p:cNvCxnSpPr/>
          <p:nvPr/>
        </p:nvCxnSpPr>
        <p:spPr>
          <a:xfrm flipV="1">
            <a:off x="7055485" y="2203340"/>
            <a:ext cx="425450" cy="1682115"/>
          </a:xfrm>
          <a:prstGeom prst="bentConnector3">
            <a:avLst>
              <a:gd name="adj1" fmla="val 15597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96" name="组合 295"/>
          <p:cNvGrpSpPr>
            <a:grpSpLocks noChangeAspect="1"/>
          </p:cNvGrpSpPr>
          <p:nvPr/>
        </p:nvGrpSpPr>
        <p:grpSpPr>
          <a:xfrm>
            <a:off x="6400086" y="1804926"/>
            <a:ext cx="1084104" cy="667800"/>
            <a:chOff x="9463" y="3922"/>
            <a:chExt cx="9242" cy="5693"/>
          </a:xfrm>
        </p:grpSpPr>
        <p:pic>
          <p:nvPicPr>
            <p:cNvPr id="297" name="图片 2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298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00" name="直接连接符 299"/>
            <p:cNvCxnSpPr>
              <a:stCxn id="298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2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44" name="直接箭头连接符 43"/>
          <p:cNvCxnSpPr/>
          <p:nvPr/>
        </p:nvCxnSpPr>
        <p:spPr>
          <a:xfrm flipH="1" flipV="1">
            <a:off x="6995326" y="1437147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7040245" y="1434465"/>
            <a:ext cx="1033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pic>
        <p:nvPicPr>
          <p:cNvPr id="218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6045" y="904130"/>
            <a:ext cx="962197" cy="540000"/>
          </a:xfrm>
          <a:prstGeom prst="rect">
            <a:avLst/>
          </a:prstGeom>
        </p:spPr>
      </p:pic>
      <p:pic>
        <p:nvPicPr>
          <p:cNvPr id="21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789830"/>
            <a:ext cx="962197" cy="540000"/>
          </a:xfrm>
          <a:prstGeom prst="rect">
            <a:avLst/>
          </a:prstGeom>
        </p:spPr>
      </p:pic>
      <p:pic>
        <p:nvPicPr>
          <p:cNvPr id="22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155" y="714265"/>
            <a:ext cx="962197" cy="540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17" name="文本框 16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337300" y="2439877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ym typeface="+mn-ea"/>
              </a:rPr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05755" y="4245207"/>
            <a:ext cx="117818" cy="143408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pic>
        <p:nvPicPr>
          <p:cNvPr id="21" name="图形 186" descr="雪花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94086" y="5658953"/>
            <a:ext cx="507064" cy="507064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9117330" y="572516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Frozen</a:t>
            </a:r>
            <a:endParaRPr lang="en-US" altLang="zh-CN" dirty="0"/>
          </a:p>
        </p:txBody>
      </p:sp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sp>
        <p:nvSpPr>
          <p:cNvPr id="420" name="椭圆 419"/>
          <p:cNvSpPr>
            <a:spLocks noChangeAspect="1"/>
          </p:cNvSpPr>
          <p:nvPr/>
        </p:nvSpPr>
        <p:spPr>
          <a:xfrm>
            <a:off x="3737303" y="576886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4011295" y="574103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Inheritance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67" name="直接箭头连接符 66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Inter-CLIP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blipFill rotWithShape="1">
                <a:blip r:embed="rId25"/>
                <a:stretch>
                  <a:fillRect l="-107" t="-157" r="103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26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27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cxnSp>
        <p:nvCxnSpPr>
          <p:cNvPr id="208" name="肘形连接符 207"/>
          <p:cNvCxnSpPr/>
          <p:nvPr/>
        </p:nvCxnSpPr>
        <p:spPr>
          <a:xfrm rot="10800000" flipH="1" flipV="1">
            <a:off x="4670425" y="2293510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4778454" y="4108450"/>
            <a:ext cx="968806" cy="377415"/>
            <a:chOff x="6538" y="7448"/>
            <a:chExt cx="1526" cy="594"/>
          </a:xfrm>
        </p:grpSpPr>
        <p:grpSp>
          <p:nvGrpSpPr>
            <p:cNvPr id="46" name="组合 45"/>
            <p:cNvGrpSpPr/>
            <p:nvPr/>
          </p:nvGrpSpPr>
          <p:grpSpPr>
            <a:xfrm>
              <a:off x="6538" y="7453"/>
              <a:ext cx="1220" cy="590"/>
              <a:chOff x="823674" y="4082889"/>
              <a:chExt cx="774485" cy="374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7" name="矩形 46"/>
              <p:cNvSpPr>
                <a:spLocks noChangeAspect="1"/>
              </p:cNvSpPr>
              <p:nvPr/>
            </p:nvSpPr>
            <p:spPr>
              <a:xfrm>
                <a:off x="82367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>
                <a:spLocks noChangeAspect="1"/>
              </p:cNvSpPr>
              <p:nvPr/>
            </p:nvSpPr>
            <p:spPr>
              <a:xfrm>
                <a:off x="1016669" y="4270090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/>
              <p:cNvSpPr>
                <a:spLocks noChangeAspect="1"/>
              </p:cNvSpPr>
              <p:nvPr/>
            </p:nvSpPr>
            <p:spPr>
              <a:xfrm>
                <a:off x="823915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>
                <a:spLocks noChangeAspect="1"/>
              </p:cNvSpPr>
              <p:nvPr/>
            </p:nvSpPr>
            <p:spPr>
              <a:xfrm>
                <a:off x="10167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>
                <a:spLocks noChangeAspect="1"/>
              </p:cNvSpPr>
              <p:nvPr/>
            </p:nvSpPr>
            <p:spPr>
              <a:xfrm>
                <a:off x="121601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>
                <a:spLocks noChangeAspect="1"/>
              </p:cNvSpPr>
              <p:nvPr/>
            </p:nvSpPr>
            <p:spPr>
              <a:xfrm>
                <a:off x="1214092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55" name="矩形 54"/>
              <p:cNvSpPr>
                <a:spLocks noChangeAspect="1"/>
              </p:cNvSpPr>
              <p:nvPr/>
            </p:nvSpPr>
            <p:spPr>
              <a:xfrm>
                <a:off x="14109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>
                <a:spLocks noChangeAspect="1"/>
              </p:cNvSpPr>
              <p:nvPr/>
            </p:nvSpPr>
            <p:spPr>
              <a:xfrm>
                <a:off x="1410959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7769" y="7448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7769" y="7747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87" name="图形 186" descr="雪花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01866" y="4052403"/>
            <a:ext cx="507064" cy="507064"/>
          </a:xfrm>
          <a:prstGeom prst="rect">
            <a:avLst/>
          </a:prstGeom>
        </p:spPr>
      </p:pic>
      <p:cxnSp>
        <p:nvCxnSpPr>
          <p:cNvPr id="393" name="直接箭头连接符 392"/>
          <p:cNvCxnSpPr/>
          <p:nvPr/>
        </p:nvCxnSpPr>
        <p:spPr>
          <a:xfrm flipV="1">
            <a:off x="5245735" y="4542504"/>
            <a:ext cx="6985" cy="7258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6" name="椭圆 395"/>
          <p:cNvSpPr>
            <a:spLocks noChangeAspect="1"/>
          </p:cNvSpPr>
          <p:nvPr/>
        </p:nvSpPr>
        <p:spPr>
          <a:xfrm>
            <a:off x="5101590" y="4905406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/>
              <p:cNvSpPr txBox="1"/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blipFill rotWithShape="1">
                <a:blip r:embed="rId14"/>
                <a:stretch>
                  <a:fillRect l="-7" t="-89" r="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/>
          <p:cNvCxnSpPr/>
          <p:nvPr/>
        </p:nvCxnSpPr>
        <p:spPr>
          <a:xfrm flipH="1">
            <a:off x="1168083" y="4732677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椭圆 120"/>
          <p:cNvSpPr>
            <a:spLocks noChangeAspect="1"/>
          </p:cNvSpPr>
          <p:nvPr/>
        </p:nvSpPr>
        <p:spPr>
          <a:xfrm>
            <a:off x="1022985" y="4922727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98" name="肘形连接符 197"/>
          <p:cNvCxnSpPr/>
          <p:nvPr/>
        </p:nvCxnSpPr>
        <p:spPr>
          <a:xfrm>
            <a:off x="5755049" y="3523505"/>
            <a:ext cx="925830" cy="36258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肘形连接符 200"/>
          <p:cNvCxnSpPr/>
          <p:nvPr/>
        </p:nvCxnSpPr>
        <p:spPr>
          <a:xfrm flipV="1">
            <a:off x="5723890" y="3886090"/>
            <a:ext cx="963295" cy="361950"/>
          </a:xfrm>
          <a:prstGeom prst="bentConnector3">
            <a:avLst>
              <a:gd name="adj1" fmla="val 5003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4" name="椭圆 203"/>
          <p:cNvSpPr>
            <a:spLocks noChangeAspect="1"/>
          </p:cNvSpPr>
          <p:nvPr/>
        </p:nvSpPr>
        <p:spPr>
          <a:xfrm>
            <a:off x="6072696" y="3745349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84" name="圆角矩形 183"/>
          <p:cNvSpPr/>
          <p:nvPr/>
        </p:nvSpPr>
        <p:spPr>
          <a:xfrm rot="5400000">
            <a:off x="6411595" y="3798460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205" name="圆角矩形 204"/>
          <p:cNvSpPr/>
          <p:nvPr/>
        </p:nvSpPr>
        <p:spPr>
          <a:xfrm rot="5400000">
            <a:off x="6605270" y="3797825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t="-171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8" name="图形 186" descr="雪花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23986" y="3632668"/>
            <a:ext cx="507064" cy="507064"/>
          </a:xfrm>
          <a:prstGeom prst="rect">
            <a:avLst/>
          </a:prstGeom>
        </p:spPr>
      </p:pic>
      <p:cxnSp>
        <p:nvCxnSpPr>
          <p:cNvPr id="397" name="直接箭头连接符 396"/>
          <p:cNvCxnSpPr/>
          <p:nvPr/>
        </p:nvCxnSpPr>
        <p:spPr>
          <a:xfrm flipV="1">
            <a:off x="6854825" y="4556474"/>
            <a:ext cx="5239" cy="710106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8" name="椭圆 397"/>
          <p:cNvSpPr>
            <a:spLocks noChangeAspect="1"/>
          </p:cNvSpPr>
          <p:nvPr/>
        </p:nvSpPr>
        <p:spPr>
          <a:xfrm>
            <a:off x="6707505" y="489701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本框 140"/>
              <p:cNvSpPr txBox="1"/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1" name="文本框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blipFill rotWithShape="1">
                <a:blip r:embed="rId16"/>
                <a:stretch>
                  <a:fillRect l="-12" t="-62" r="77" b="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接箭头连接符 77"/>
          <p:cNvCxnSpPr/>
          <p:nvPr/>
        </p:nvCxnSpPr>
        <p:spPr>
          <a:xfrm flipH="1">
            <a:off x="2810193" y="4711722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椭圆 117"/>
          <p:cNvSpPr>
            <a:spLocks noChangeAspect="1"/>
          </p:cNvSpPr>
          <p:nvPr/>
        </p:nvSpPr>
        <p:spPr>
          <a:xfrm>
            <a:off x="2665610" y="490272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06" name="肘形连接符 205"/>
          <p:cNvCxnSpPr/>
          <p:nvPr/>
        </p:nvCxnSpPr>
        <p:spPr>
          <a:xfrm flipV="1">
            <a:off x="7055485" y="2203340"/>
            <a:ext cx="425450" cy="1682115"/>
          </a:xfrm>
          <a:prstGeom prst="bentConnector3">
            <a:avLst>
              <a:gd name="adj1" fmla="val 15597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96" name="组合 295"/>
          <p:cNvGrpSpPr>
            <a:grpSpLocks noChangeAspect="1"/>
          </p:cNvGrpSpPr>
          <p:nvPr/>
        </p:nvGrpSpPr>
        <p:grpSpPr>
          <a:xfrm>
            <a:off x="6400086" y="1804926"/>
            <a:ext cx="1084104" cy="667800"/>
            <a:chOff x="9463" y="3922"/>
            <a:chExt cx="9242" cy="5693"/>
          </a:xfrm>
        </p:grpSpPr>
        <p:pic>
          <p:nvPicPr>
            <p:cNvPr id="297" name="图片 2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298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00" name="直接连接符 299"/>
            <p:cNvCxnSpPr>
              <a:stCxn id="298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2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44" name="直接箭头连接符 43"/>
          <p:cNvCxnSpPr/>
          <p:nvPr/>
        </p:nvCxnSpPr>
        <p:spPr>
          <a:xfrm flipH="1" flipV="1">
            <a:off x="6995326" y="1437147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7040245" y="1434465"/>
            <a:ext cx="1033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pic>
        <p:nvPicPr>
          <p:cNvPr id="218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6045" y="904130"/>
            <a:ext cx="962197" cy="540000"/>
          </a:xfrm>
          <a:prstGeom prst="rect">
            <a:avLst/>
          </a:prstGeom>
        </p:spPr>
      </p:pic>
      <p:pic>
        <p:nvPicPr>
          <p:cNvPr id="21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789830"/>
            <a:ext cx="962197" cy="540000"/>
          </a:xfrm>
          <a:prstGeom prst="rect">
            <a:avLst/>
          </a:prstGeom>
        </p:spPr>
      </p:pic>
      <p:pic>
        <p:nvPicPr>
          <p:cNvPr id="22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155" y="714265"/>
            <a:ext cx="962197" cy="54000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>
            <a:off x="5793740" y="1157605"/>
            <a:ext cx="57600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792470" y="796290"/>
            <a:ext cx="619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Loss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/>
          <p:cNvSpPr txBox="1"/>
          <p:nvPr/>
        </p:nvSpPr>
        <p:spPr>
          <a:xfrm>
            <a:off x="6337300" y="2439877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ym typeface="+mn-ea"/>
              </a:rPr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05755" y="4245207"/>
            <a:ext cx="117818" cy="143408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pic>
        <p:nvPicPr>
          <p:cNvPr id="30" name="图形 186" descr="雪花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94086" y="5658953"/>
            <a:ext cx="507064" cy="507064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9117330" y="572516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Frozen</a:t>
            </a:r>
            <a:endParaRPr lang="en-US" altLang="zh-CN" dirty="0"/>
          </a:p>
        </p:txBody>
      </p:sp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sp>
        <p:nvSpPr>
          <p:cNvPr id="420" name="椭圆 419"/>
          <p:cNvSpPr>
            <a:spLocks noChangeAspect="1"/>
          </p:cNvSpPr>
          <p:nvPr/>
        </p:nvSpPr>
        <p:spPr>
          <a:xfrm>
            <a:off x="3737303" y="576886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4011295" y="574103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Inheritance</a:t>
            </a:r>
            <a:endParaRPr lang="en-US" altLang="zh-CN" dirty="0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/>
              <p:cNvSpPr txBox="1"/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blipFill rotWithShape="1">
                <a:blip r:embed="rId25"/>
                <a:stretch>
                  <a:fillRect l="-107" t="-157" r="103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26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27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3" name="组合 202"/>
          <p:cNvGrpSpPr/>
          <p:nvPr/>
        </p:nvGrpSpPr>
        <p:grpSpPr>
          <a:xfrm>
            <a:off x="740912" y="2763211"/>
            <a:ext cx="955847" cy="369332"/>
            <a:chOff x="640715" y="3220213"/>
            <a:chExt cx="834136" cy="369332"/>
          </a:xfrm>
        </p:grpSpPr>
        <p:sp>
          <p:nvSpPr>
            <p:cNvPr id="14" name="圆角矩形 13"/>
            <p:cNvSpPr/>
            <p:nvPr/>
          </p:nvSpPr>
          <p:spPr>
            <a:xfrm>
              <a:off x="640715" y="3226961"/>
              <a:ext cx="831805" cy="3429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本框 108"/>
                <p:cNvSpPr txBox="1"/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𝑆𝐹𝑇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ea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9" name="文本框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890" y="3220213"/>
                  <a:ext cx="751961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5" name="文本框 434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5" name="文本框 4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10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2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p:cxnSp>
        <p:nvCxnSpPr>
          <p:cNvPr id="208" name="肘形连接符 207"/>
          <p:cNvCxnSpPr/>
          <p:nvPr/>
        </p:nvCxnSpPr>
        <p:spPr>
          <a:xfrm rot="10800000" flipH="1" flipV="1">
            <a:off x="4670425" y="2293510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4778454" y="4108450"/>
            <a:ext cx="968806" cy="377415"/>
            <a:chOff x="6538" y="7448"/>
            <a:chExt cx="1526" cy="594"/>
          </a:xfrm>
        </p:grpSpPr>
        <p:grpSp>
          <p:nvGrpSpPr>
            <p:cNvPr id="46" name="组合 45"/>
            <p:cNvGrpSpPr/>
            <p:nvPr/>
          </p:nvGrpSpPr>
          <p:grpSpPr>
            <a:xfrm>
              <a:off x="6538" y="7453"/>
              <a:ext cx="1220" cy="590"/>
              <a:chOff x="823674" y="4082889"/>
              <a:chExt cx="774485" cy="374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7" name="矩形 46"/>
              <p:cNvSpPr>
                <a:spLocks noChangeAspect="1"/>
              </p:cNvSpPr>
              <p:nvPr/>
            </p:nvSpPr>
            <p:spPr>
              <a:xfrm>
                <a:off x="82367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>
                <a:spLocks noChangeAspect="1"/>
              </p:cNvSpPr>
              <p:nvPr/>
            </p:nvSpPr>
            <p:spPr>
              <a:xfrm>
                <a:off x="1016669" y="4270090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/>
              <p:cNvSpPr>
                <a:spLocks noChangeAspect="1"/>
              </p:cNvSpPr>
              <p:nvPr/>
            </p:nvSpPr>
            <p:spPr>
              <a:xfrm>
                <a:off x="823915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>
                <a:spLocks noChangeAspect="1"/>
              </p:cNvSpPr>
              <p:nvPr/>
            </p:nvSpPr>
            <p:spPr>
              <a:xfrm>
                <a:off x="10167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>
                <a:spLocks noChangeAspect="1"/>
              </p:cNvSpPr>
              <p:nvPr/>
            </p:nvSpPr>
            <p:spPr>
              <a:xfrm>
                <a:off x="121601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>
                <a:spLocks noChangeAspect="1"/>
              </p:cNvSpPr>
              <p:nvPr/>
            </p:nvSpPr>
            <p:spPr>
              <a:xfrm>
                <a:off x="1214092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55" name="矩形 54"/>
              <p:cNvSpPr>
                <a:spLocks noChangeAspect="1"/>
              </p:cNvSpPr>
              <p:nvPr/>
            </p:nvSpPr>
            <p:spPr>
              <a:xfrm>
                <a:off x="14109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>
                <a:spLocks noChangeAspect="1"/>
              </p:cNvSpPr>
              <p:nvPr/>
            </p:nvSpPr>
            <p:spPr>
              <a:xfrm>
                <a:off x="1410959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7769" y="7448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7769" y="7747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87" name="图形 186" descr="雪花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01866" y="4052403"/>
            <a:ext cx="507064" cy="507064"/>
          </a:xfrm>
          <a:prstGeom prst="rect">
            <a:avLst/>
          </a:prstGeom>
        </p:spPr>
      </p:pic>
      <p:cxnSp>
        <p:nvCxnSpPr>
          <p:cNvPr id="393" name="直接箭头连接符 392"/>
          <p:cNvCxnSpPr/>
          <p:nvPr/>
        </p:nvCxnSpPr>
        <p:spPr>
          <a:xfrm flipV="1">
            <a:off x="5245735" y="4542504"/>
            <a:ext cx="6985" cy="7258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6" name="椭圆 395"/>
          <p:cNvSpPr>
            <a:spLocks noChangeAspect="1"/>
          </p:cNvSpPr>
          <p:nvPr/>
        </p:nvSpPr>
        <p:spPr>
          <a:xfrm>
            <a:off x="5101590" y="4905406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/>
              <p:cNvSpPr txBox="1"/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blipFill rotWithShape="1">
                <a:blip r:embed="rId15"/>
                <a:stretch>
                  <a:fillRect l="-7" t="-89" r="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/>
          <p:cNvCxnSpPr/>
          <p:nvPr/>
        </p:nvCxnSpPr>
        <p:spPr>
          <a:xfrm flipH="1">
            <a:off x="1168083" y="4732677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椭圆 120"/>
          <p:cNvSpPr>
            <a:spLocks noChangeAspect="1"/>
          </p:cNvSpPr>
          <p:nvPr/>
        </p:nvSpPr>
        <p:spPr>
          <a:xfrm>
            <a:off x="1022985" y="4922727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98" name="肘形连接符 197"/>
          <p:cNvCxnSpPr/>
          <p:nvPr/>
        </p:nvCxnSpPr>
        <p:spPr>
          <a:xfrm>
            <a:off x="5755049" y="3523505"/>
            <a:ext cx="925830" cy="36258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肘形连接符 200"/>
          <p:cNvCxnSpPr/>
          <p:nvPr/>
        </p:nvCxnSpPr>
        <p:spPr>
          <a:xfrm flipV="1">
            <a:off x="5723890" y="3886090"/>
            <a:ext cx="963295" cy="361950"/>
          </a:xfrm>
          <a:prstGeom prst="bentConnector3">
            <a:avLst>
              <a:gd name="adj1" fmla="val 5003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4" name="椭圆 203"/>
          <p:cNvSpPr>
            <a:spLocks noChangeAspect="1"/>
          </p:cNvSpPr>
          <p:nvPr/>
        </p:nvSpPr>
        <p:spPr>
          <a:xfrm>
            <a:off x="6072696" y="3745349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84" name="圆角矩形 183"/>
          <p:cNvSpPr/>
          <p:nvPr/>
        </p:nvSpPr>
        <p:spPr>
          <a:xfrm rot="5400000">
            <a:off x="6411595" y="3798460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205" name="圆角矩形 204"/>
          <p:cNvSpPr/>
          <p:nvPr/>
        </p:nvSpPr>
        <p:spPr>
          <a:xfrm rot="5400000">
            <a:off x="6605270" y="3797825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t="-171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8" name="图形 186" descr="雪花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23986" y="3632668"/>
            <a:ext cx="507064" cy="507064"/>
          </a:xfrm>
          <a:prstGeom prst="rect">
            <a:avLst/>
          </a:prstGeom>
        </p:spPr>
      </p:pic>
      <p:cxnSp>
        <p:nvCxnSpPr>
          <p:cNvPr id="397" name="直接箭头连接符 396"/>
          <p:cNvCxnSpPr/>
          <p:nvPr/>
        </p:nvCxnSpPr>
        <p:spPr>
          <a:xfrm flipV="1">
            <a:off x="6854825" y="4556474"/>
            <a:ext cx="5239" cy="710106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8" name="椭圆 397"/>
          <p:cNvSpPr>
            <a:spLocks noChangeAspect="1"/>
          </p:cNvSpPr>
          <p:nvPr/>
        </p:nvSpPr>
        <p:spPr>
          <a:xfrm>
            <a:off x="6707505" y="489701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本框 140"/>
              <p:cNvSpPr txBox="1"/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1" name="文本框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blipFill rotWithShape="1">
                <a:blip r:embed="rId17"/>
                <a:stretch>
                  <a:fillRect l="-12" t="-62" r="77" b="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接箭头连接符 77"/>
          <p:cNvCxnSpPr/>
          <p:nvPr/>
        </p:nvCxnSpPr>
        <p:spPr>
          <a:xfrm flipH="1">
            <a:off x="2810193" y="4711722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椭圆 117"/>
          <p:cNvSpPr>
            <a:spLocks noChangeAspect="1"/>
          </p:cNvSpPr>
          <p:nvPr/>
        </p:nvSpPr>
        <p:spPr>
          <a:xfrm>
            <a:off x="2665610" y="490272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06" name="肘形连接符 205"/>
          <p:cNvCxnSpPr/>
          <p:nvPr/>
        </p:nvCxnSpPr>
        <p:spPr>
          <a:xfrm flipV="1">
            <a:off x="7055485" y="2203340"/>
            <a:ext cx="425450" cy="1682115"/>
          </a:xfrm>
          <a:prstGeom prst="bentConnector3">
            <a:avLst>
              <a:gd name="adj1" fmla="val 15597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96" name="组合 295"/>
          <p:cNvGrpSpPr>
            <a:grpSpLocks noChangeAspect="1"/>
          </p:cNvGrpSpPr>
          <p:nvPr/>
        </p:nvGrpSpPr>
        <p:grpSpPr>
          <a:xfrm>
            <a:off x="6400086" y="1804926"/>
            <a:ext cx="1084104" cy="667800"/>
            <a:chOff x="9463" y="3922"/>
            <a:chExt cx="9242" cy="5693"/>
          </a:xfrm>
        </p:grpSpPr>
        <p:pic>
          <p:nvPicPr>
            <p:cNvPr id="297" name="图片 2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298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00" name="直接连接符 299"/>
            <p:cNvCxnSpPr>
              <a:stCxn id="298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2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44" name="直接箭头连接符 43"/>
          <p:cNvCxnSpPr/>
          <p:nvPr/>
        </p:nvCxnSpPr>
        <p:spPr>
          <a:xfrm flipH="1" flipV="1">
            <a:off x="6995326" y="1437147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7040245" y="1434465"/>
            <a:ext cx="1033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pic>
        <p:nvPicPr>
          <p:cNvPr id="218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6045" y="904130"/>
            <a:ext cx="962197" cy="540000"/>
          </a:xfrm>
          <a:prstGeom prst="rect">
            <a:avLst/>
          </a:prstGeom>
        </p:spPr>
      </p:pic>
      <p:pic>
        <p:nvPicPr>
          <p:cNvPr id="21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789830"/>
            <a:ext cx="962197" cy="540000"/>
          </a:xfrm>
          <a:prstGeom prst="rect">
            <a:avLst/>
          </a:prstGeom>
        </p:spPr>
      </p:pic>
      <p:pic>
        <p:nvPicPr>
          <p:cNvPr id="22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155" y="714265"/>
            <a:ext cx="962197" cy="5400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20" name="文本框 19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/>
          <p:cNvSpPr txBox="1"/>
          <p:nvPr/>
        </p:nvSpPr>
        <p:spPr>
          <a:xfrm>
            <a:off x="6337300" y="2439877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ym typeface="+mn-ea"/>
              </a:rPr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05755" y="4245207"/>
            <a:ext cx="117818" cy="143408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pic>
        <p:nvPicPr>
          <p:cNvPr id="30" name="图形 186" descr="雪花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694086" y="5658953"/>
            <a:ext cx="507064" cy="507064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9117330" y="572516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Frozen</a:t>
            </a:r>
            <a:endParaRPr lang="en-US" altLang="zh-CN" dirty="0"/>
          </a:p>
        </p:txBody>
      </p:sp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sp>
        <p:nvSpPr>
          <p:cNvPr id="420" name="椭圆 419"/>
          <p:cNvSpPr>
            <a:spLocks noChangeAspect="1"/>
          </p:cNvSpPr>
          <p:nvPr/>
        </p:nvSpPr>
        <p:spPr>
          <a:xfrm>
            <a:off x="3737303" y="576886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4011295" y="574103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Inheritance</a:t>
            </a:r>
            <a:endParaRPr lang="en-US" altLang="zh-CN" dirty="0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blipFill rotWithShape="1">
                <a:blip r:embed="rId25"/>
                <a:stretch>
                  <a:fillRect l="-107" t="-157" r="103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26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rgbClr val="FFF2C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741045" y="2769870"/>
            <a:ext cx="953135" cy="342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/>
              <p:cNvSpPr txBox="1"/>
              <p:nvPr/>
            </p:nvSpPr>
            <p:spPr>
              <a:xfrm>
                <a:off x="835025" y="2763520"/>
                <a:ext cx="861695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9" name="文本框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25" y="2763520"/>
                <a:ext cx="861695" cy="3695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5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6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4" name="连接符: 肘形 263"/>
          <p:cNvCxnSpPr/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/>
          <p:cNvCxnSpPr/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67" name="直接箭头连接符 266"/>
          <p:cNvCxnSpPr/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肘形连接符 3"/>
          <p:cNvCxnSpPr/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9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pic>
        <p:nvPicPr>
          <p:cNvPr id="154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86" name="组合 285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椭圆 1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9" name="文本框 448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9" name="文本框 4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12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8" name="肘形连接符 207"/>
          <p:cNvCxnSpPr/>
          <p:nvPr/>
        </p:nvCxnSpPr>
        <p:spPr>
          <a:xfrm rot="10800000" flipH="1" flipV="1">
            <a:off x="4670425" y="2293510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4778454" y="4108450"/>
            <a:ext cx="968806" cy="377415"/>
            <a:chOff x="6538" y="7448"/>
            <a:chExt cx="1526" cy="594"/>
          </a:xfrm>
        </p:grpSpPr>
        <p:grpSp>
          <p:nvGrpSpPr>
            <p:cNvPr id="46" name="组合 45"/>
            <p:cNvGrpSpPr/>
            <p:nvPr/>
          </p:nvGrpSpPr>
          <p:grpSpPr>
            <a:xfrm>
              <a:off x="6538" y="7453"/>
              <a:ext cx="1220" cy="590"/>
              <a:chOff x="823674" y="4082889"/>
              <a:chExt cx="774485" cy="374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7" name="矩形 46"/>
              <p:cNvSpPr>
                <a:spLocks noChangeAspect="1"/>
              </p:cNvSpPr>
              <p:nvPr/>
            </p:nvSpPr>
            <p:spPr>
              <a:xfrm>
                <a:off x="82367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>
                <a:spLocks noChangeAspect="1"/>
              </p:cNvSpPr>
              <p:nvPr/>
            </p:nvSpPr>
            <p:spPr>
              <a:xfrm>
                <a:off x="1016669" y="4270090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/>
              <p:cNvSpPr>
                <a:spLocks noChangeAspect="1"/>
              </p:cNvSpPr>
              <p:nvPr/>
            </p:nvSpPr>
            <p:spPr>
              <a:xfrm>
                <a:off x="823915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>
                <a:spLocks noChangeAspect="1"/>
              </p:cNvSpPr>
              <p:nvPr/>
            </p:nvSpPr>
            <p:spPr>
              <a:xfrm>
                <a:off x="10167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>
                <a:spLocks noChangeAspect="1"/>
              </p:cNvSpPr>
              <p:nvPr/>
            </p:nvSpPr>
            <p:spPr>
              <a:xfrm>
                <a:off x="121601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>
                <a:spLocks noChangeAspect="1"/>
              </p:cNvSpPr>
              <p:nvPr/>
            </p:nvSpPr>
            <p:spPr>
              <a:xfrm>
                <a:off x="1214092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55" name="矩形 54"/>
              <p:cNvSpPr>
                <a:spLocks noChangeAspect="1"/>
              </p:cNvSpPr>
              <p:nvPr/>
            </p:nvSpPr>
            <p:spPr>
              <a:xfrm>
                <a:off x="14109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>
                <a:spLocks noChangeAspect="1"/>
              </p:cNvSpPr>
              <p:nvPr/>
            </p:nvSpPr>
            <p:spPr>
              <a:xfrm>
                <a:off x="1410959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7769" y="7448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7769" y="7747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87" name="图形 186" descr="雪花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01866" y="4052403"/>
            <a:ext cx="507064" cy="5070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文本框 141"/>
              <p:cNvSpPr txBox="1"/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2" name="文本框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blipFill rotWithShape="1">
                <a:blip r:embed="rId15"/>
                <a:stretch>
                  <a:fillRect l="-107" t="-157" r="103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3" name="直接箭头连接符 392"/>
          <p:cNvCxnSpPr/>
          <p:nvPr/>
        </p:nvCxnSpPr>
        <p:spPr>
          <a:xfrm flipV="1">
            <a:off x="5245735" y="4542504"/>
            <a:ext cx="6985" cy="7258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6" name="椭圆 395"/>
          <p:cNvSpPr>
            <a:spLocks noChangeAspect="1"/>
          </p:cNvSpPr>
          <p:nvPr/>
        </p:nvSpPr>
        <p:spPr>
          <a:xfrm>
            <a:off x="5101590" y="4905406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/>
              <p:cNvSpPr txBox="1"/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blipFill rotWithShape="1">
                <a:blip r:embed="rId16"/>
                <a:stretch>
                  <a:fillRect l="-7" t="-89" r="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直接箭头连接符 78"/>
          <p:cNvCxnSpPr/>
          <p:nvPr/>
        </p:nvCxnSpPr>
        <p:spPr>
          <a:xfrm flipH="1">
            <a:off x="1168083" y="4732677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椭圆 120"/>
          <p:cNvSpPr>
            <a:spLocks noChangeAspect="1"/>
          </p:cNvSpPr>
          <p:nvPr/>
        </p:nvSpPr>
        <p:spPr>
          <a:xfrm>
            <a:off x="1022985" y="4922727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98" name="肘形连接符 197"/>
          <p:cNvCxnSpPr/>
          <p:nvPr/>
        </p:nvCxnSpPr>
        <p:spPr>
          <a:xfrm>
            <a:off x="5755049" y="3523505"/>
            <a:ext cx="925830" cy="36258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肘形连接符 200"/>
          <p:cNvCxnSpPr/>
          <p:nvPr/>
        </p:nvCxnSpPr>
        <p:spPr>
          <a:xfrm flipV="1">
            <a:off x="5723890" y="3886090"/>
            <a:ext cx="963295" cy="361950"/>
          </a:xfrm>
          <a:prstGeom prst="bentConnector3">
            <a:avLst>
              <a:gd name="adj1" fmla="val 5003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4" name="椭圆 203"/>
          <p:cNvSpPr>
            <a:spLocks noChangeAspect="1"/>
          </p:cNvSpPr>
          <p:nvPr/>
        </p:nvSpPr>
        <p:spPr>
          <a:xfrm>
            <a:off x="6072696" y="3745349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84" name="圆角矩形 183"/>
          <p:cNvSpPr/>
          <p:nvPr/>
        </p:nvSpPr>
        <p:spPr>
          <a:xfrm rot="5400000">
            <a:off x="6411595" y="3798460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205" name="圆角矩形 204"/>
          <p:cNvSpPr/>
          <p:nvPr/>
        </p:nvSpPr>
        <p:spPr>
          <a:xfrm rot="5400000">
            <a:off x="6605270" y="3797825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blipFill rotWithShape="1">
                <a:blip r:embed="rId7"/>
                <a:stretch>
                  <a:fillRect t="-171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8" name="图形 186" descr="雪花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23986" y="3632668"/>
            <a:ext cx="507064" cy="507064"/>
          </a:xfrm>
          <a:prstGeom prst="rect">
            <a:avLst/>
          </a:prstGeom>
        </p:spPr>
      </p:pic>
      <p:cxnSp>
        <p:nvCxnSpPr>
          <p:cNvPr id="397" name="直接箭头连接符 396"/>
          <p:cNvCxnSpPr/>
          <p:nvPr/>
        </p:nvCxnSpPr>
        <p:spPr>
          <a:xfrm flipV="1">
            <a:off x="6854825" y="4556474"/>
            <a:ext cx="5239" cy="710106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8" name="椭圆 397"/>
          <p:cNvSpPr>
            <a:spLocks noChangeAspect="1"/>
          </p:cNvSpPr>
          <p:nvPr/>
        </p:nvSpPr>
        <p:spPr>
          <a:xfrm>
            <a:off x="6707505" y="489701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本框 140"/>
              <p:cNvSpPr txBox="1"/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1" name="文本框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12" t="-62" r="77" b="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接箭头连接符 77"/>
          <p:cNvCxnSpPr/>
          <p:nvPr/>
        </p:nvCxnSpPr>
        <p:spPr>
          <a:xfrm flipH="1">
            <a:off x="2810193" y="4711722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椭圆 117"/>
          <p:cNvSpPr>
            <a:spLocks noChangeAspect="1"/>
          </p:cNvSpPr>
          <p:nvPr/>
        </p:nvSpPr>
        <p:spPr>
          <a:xfrm>
            <a:off x="2665610" y="490272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06" name="肘形连接符 205"/>
          <p:cNvCxnSpPr/>
          <p:nvPr/>
        </p:nvCxnSpPr>
        <p:spPr>
          <a:xfrm flipV="1">
            <a:off x="7055485" y="2203340"/>
            <a:ext cx="425450" cy="1682115"/>
          </a:xfrm>
          <a:prstGeom prst="bentConnector3">
            <a:avLst>
              <a:gd name="adj1" fmla="val 15597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96" name="组合 295"/>
          <p:cNvGrpSpPr>
            <a:grpSpLocks noChangeAspect="1"/>
          </p:cNvGrpSpPr>
          <p:nvPr/>
        </p:nvGrpSpPr>
        <p:grpSpPr>
          <a:xfrm>
            <a:off x="6400086" y="1804926"/>
            <a:ext cx="1084104" cy="667800"/>
            <a:chOff x="9463" y="3922"/>
            <a:chExt cx="9242" cy="5693"/>
          </a:xfrm>
        </p:grpSpPr>
        <p:pic>
          <p:nvPicPr>
            <p:cNvPr id="297" name="图片 2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298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300" name="直接连接符 299"/>
            <p:cNvCxnSpPr>
              <a:stCxn id="298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2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44" name="直接箭头连接符 43"/>
          <p:cNvCxnSpPr/>
          <p:nvPr/>
        </p:nvCxnSpPr>
        <p:spPr>
          <a:xfrm flipH="1" flipV="1">
            <a:off x="6995326" y="1437147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7040245" y="1434465"/>
            <a:ext cx="1033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pic>
        <p:nvPicPr>
          <p:cNvPr id="218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6045" y="904130"/>
            <a:ext cx="962197" cy="540000"/>
          </a:xfrm>
          <a:prstGeom prst="rect">
            <a:avLst/>
          </a:prstGeom>
        </p:spPr>
      </p:pic>
      <p:pic>
        <p:nvPicPr>
          <p:cNvPr id="219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789830"/>
            <a:ext cx="962197" cy="540000"/>
          </a:xfrm>
          <a:prstGeom prst="rect">
            <a:avLst/>
          </a:prstGeom>
        </p:spPr>
      </p:pic>
      <p:pic>
        <p:nvPicPr>
          <p:cNvPr id="220" name="内容占位符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4155" y="714265"/>
            <a:ext cx="962197" cy="540000"/>
          </a:xfrm>
          <a:prstGeom prst="rect">
            <a:avLst/>
          </a:prstGeom>
        </p:spPr>
      </p:pic>
      <p:pic>
        <p:nvPicPr>
          <p:cNvPr id="125" name="图片 124" descr="省略号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94015" y="2532380"/>
            <a:ext cx="432000" cy="4320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21" name="文本框 20"/>
          <p:cNvSpPr txBox="1"/>
          <p:nvPr/>
        </p:nvSpPr>
        <p:spPr>
          <a:xfrm>
            <a:off x="224218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6337300" y="2439877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ym typeface="+mn-ea"/>
              </a:rPr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/>
          <p:cNvPicPr>
            <a:picLocks noChangeAspect="1"/>
          </p:cNvPicPr>
          <p:nvPr/>
        </p:nvPicPr>
        <p:blipFill>
          <a:blip r:embed="rId23" cstate="print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05755" y="4245207"/>
            <a:ext cx="117818" cy="143408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3" cstate="print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23" cstate="print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5" cstate="print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5" cstate="print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25" cstate="print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p:pic>
        <p:nvPicPr>
          <p:cNvPr id="54" name="图形 186" descr="雪花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694086" y="5658953"/>
            <a:ext cx="507064" cy="507064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9117330" y="572516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Frozen</a:t>
            </a:r>
            <a:endParaRPr lang="en-US" altLang="zh-CN" dirty="0"/>
          </a:p>
        </p:txBody>
      </p:sp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sp>
        <p:nvSpPr>
          <p:cNvPr id="420" name="椭圆 419"/>
          <p:cNvSpPr>
            <a:spLocks noChangeAspect="1"/>
          </p:cNvSpPr>
          <p:nvPr/>
        </p:nvSpPr>
        <p:spPr>
          <a:xfrm>
            <a:off x="3737303" y="576886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4011295" y="574103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Inheritance</a:t>
            </a:r>
            <a:endParaRPr lang="en-US" altLang="zh-CN" dirty="0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29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箭头连接符 77"/>
          <p:cNvCxnSpPr/>
          <p:nvPr/>
        </p:nvCxnSpPr>
        <p:spPr>
          <a:xfrm flipH="1">
            <a:off x="2810193" y="4711722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 flipH="1">
            <a:off x="1168083" y="4732677"/>
            <a:ext cx="2540" cy="77978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8267196" y="22020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/>
          <p:cNvPicPr/>
          <p:nvPr/>
        </p:nvPicPr>
        <p:blipFill>
          <a:blip r:embed="rId1"/>
          <a:stretch>
            <a:fillRect/>
          </a:stretch>
        </p:blipFill>
        <p:spPr>
          <a:xfrm>
            <a:off x="629203" y="1807652"/>
            <a:ext cx="1077141" cy="668856"/>
          </a:xfrm>
          <a:prstGeom prst="rect">
            <a:avLst/>
          </a:prstGeom>
        </p:spPr>
      </p:pic>
      <p:grpSp>
        <p:nvGrpSpPr>
          <p:cNvPr id="51" name="组合 50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93408" y="1797575"/>
            <a:ext cx="1117726" cy="687747"/>
            <a:chOff x="2276" y="1213"/>
            <a:chExt cx="9171" cy="5643"/>
          </a:xfrm>
        </p:grpSpPr>
        <p:sp>
          <p:nvSpPr>
            <p:cNvPr id="8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 rot="10800000">
              <a:off x="9218" y="5315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1" name="内容占位符 30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2460" y="921910"/>
            <a:ext cx="962197" cy="540000"/>
          </a:xfrm>
          <a:prstGeom prst="rect">
            <a:avLst/>
          </a:prstGeom>
        </p:spPr>
      </p:pic>
      <p:pic>
        <p:nvPicPr>
          <p:cNvPr id="33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" y="807610"/>
            <a:ext cx="962197" cy="540000"/>
          </a:xfrm>
          <a:prstGeom prst="rect">
            <a:avLst/>
          </a:prstGeom>
        </p:spPr>
      </p:pic>
      <p:pic>
        <p:nvPicPr>
          <p:cNvPr id="34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" y="732045"/>
            <a:ext cx="962197" cy="5400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2857828" y="1471655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sp>
        <p:nvSpPr>
          <p:cNvPr id="76" name="圆角矩形 75"/>
          <p:cNvSpPr/>
          <p:nvPr/>
        </p:nvSpPr>
        <p:spPr>
          <a:xfrm rot="5400000">
            <a:off x="2343785" y="3798481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/>
          <p:cNvSpPr>
            <a:spLocks noChangeAspect="1"/>
          </p:cNvSpPr>
          <p:nvPr/>
        </p:nvSpPr>
        <p:spPr>
          <a:xfrm>
            <a:off x="1948760" y="374321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4" name="圆角矩形 93"/>
          <p:cNvSpPr/>
          <p:nvPr/>
        </p:nvSpPr>
        <p:spPr>
          <a:xfrm rot="5400000">
            <a:off x="2537460" y="3797846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5" name="组合 144"/>
          <p:cNvGrpSpPr>
            <a:grpSpLocks noChangeAspect="1"/>
          </p:cNvGrpSpPr>
          <p:nvPr/>
        </p:nvGrpSpPr>
        <p:grpSpPr>
          <a:xfrm>
            <a:off x="2280734" y="1792401"/>
            <a:ext cx="1084104" cy="667800"/>
            <a:chOff x="9463" y="3922"/>
            <a:chExt cx="9242" cy="5693"/>
          </a:xfrm>
        </p:grpSpPr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97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0" name="直接连接符 99"/>
            <p:cNvCxnSpPr>
              <a:stCxn id="97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>
              <a:stCxn id="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47" name="肘形连接符 146"/>
          <p:cNvCxnSpPr>
            <a:stCxn id="94" idx="0"/>
            <a:endCxn id="96" idx="3"/>
          </p:cNvCxnSpPr>
          <p:nvPr/>
        </p:nvCxnSpPr>
        <p:spPr>
          <a:xfrm flipV="1">
            <a:off x="2987675" y="2123440"/>
            <a:ext cx="365125" cy="1761490"/>
          </a:xfrm>
          <a:prstGeom prst="bentConnector3">
            <a:avLst>
              <a:gd name="adj1" fmla="val 16521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9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990" y="939690"/>
            <a:ext cx="962197" cy="540000"/>
          </a:xfrm>
          <a:prstGeom prst="rect">
            <a:avLst/>
          </a:prstGeom>
        </p:spPr>
      </p:pic>
      <p:pic>
        <p:nvPicPr>
          <p:cNvPr id="150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045" y="825390"/>
            <a:ext cx="962197" cy="540000"/>
          </a:xfrm>
          <a:prstGeom prst="rect">
            <a:avLst/>
          </a:prstGeom>
        </p:spPr>
      </p:pic>
      <p:pic>
        <p:nvPicPr>
          <p:cNvPr id="151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00" y="749825"/>
            <a:ext cx="962197" cy="540000"/>
          </a:xfrm>
          <a:prstGeom prst="rect">
            <a:avLst/>
          </a:prstGeom>
        </p:spPr>
      </p:pic>
      <p:pic>
        <p:nvPicPr>
          <p:cNvPr id="154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550" y="921910"/>
            <a:ext cx="962197" cy="540000"/>
          </a:xfrm>
          <a:prstGeom prst="rect">
            <a:avLst/>
          </a:prstGeom>
        </p:spPr>
      </p:pic>
      <p:pic>
        <p:nvPicPr>
          <p:cNvPr id="155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605" y="807610"/>
            <a:ext cx="962197" cy="540000"/>
          </a:xfrm>
          <a:prstGeom prst="rect">
            <a:avLst/>
          </a:prstGeom>
        </p:spPr>
      </p:pic>
      <p:pic>
        <p:nvPicPr>
          <p:cNvPr id="156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660" y="732045"/>
            <a:ext cx="962197" cy="540000"/>
          </a:xfrm>
          <a:prstGeom prst="rect">
            <a:avLst/>
          </a:prstGeom>
        </p:spPr>
      </p:pic>
      <p:cxnSp>
        <p:nvCxnSpPr>
          <p:cNvPr id="167" name="直接箭头连接符 166"/>
          <p:cNvCxnSpPr/>
          <p:nvPr/>
        </p:nvCxnSpPr>
        <p:spPr>
          <a:xfrm>
            <a:off x="3962531" y="2214770"/>
            <a:ext cx="720000" cy="127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9" name="椭圆 168"/>
          <p:cNvSpPr>
            <a:spLocks noChangeAspect="1"/>
          </p:cNvSpPr>
          <p:nvPr/>
        </p:nvSpPr>
        <p:spPr>
          <a:xfrm>
            <a:off x="4077970" y="206808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84" name="圆角矩形 183"/>
          <p:cNvSpPr/>
          <p:nvPr/>
        </p:nvSpPr>
        <p:spPr>
          <a:xfrm rot="5400000">
            <a:off x="6411595" y="3798460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198" name="肘形连接符 197"/>
          <p:cNvCxnSpPr/>
          <p:nvPr/>
        </p:nvCxnSpPr>
        <p:spPr>
          <a:xfrm>
            <a:off x="5755049" y="3523505"/>
            <a:ext cx="925830" cy="36258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1" name="肘形连接符 200"/>
          <p:cNvCxnSpPr>
            <a:endCxn id="184" idx="2"/>
          </p:cNvCxnSpPr>
          <p:nvPr/>
        </p:nvCxnSpPr>
        <p:spPr>
          <a:xfrm flipV="1">
            <a:off x="5723890" y="3886090"/>
            <a:ext cx="963295" cy="361950"/>
          </a:xfrm>
          <a:prstGeom prst="bentConnector3">
            <a:avLst>
              <a:gd name="adj1" fmla="val 5003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4" name="椭圆 203"/>
          <p:cNvSpPr>
            <a:spLocks noChangeAspect="1"/>
          </p:cNvSpPr>
          <p:nvPr/>
        </p:nvSpPr>
        <p:spPr>
          <a:xfrm>
            <a:off x="6072696" y="3745349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05" name="圆角矩形 204"/>
          <p:cNvSpPr/>
          <p:nvPr/>
        </p:nvSpPr>
        <p:spPr>
          <a:xfrm rot="5400000">
            <a:off x="6605270" y="3797825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206" name="肘形连接符 205"/>
          <p:cNvCxnSpPr>
            <a:stCxn id="205" idx="0"/>
          </p:cNvCxnSpPr>
          <p:nvPr/>
        </p:nvCxnSpPr>
        <p:spPr>
          <a:xfrm flipV="1">
            <a:off x="7055485" y="2203340"/>
            <a:ext cx="425450" cy="1682115"/>
          </a:xfrm>
          <a:prstGeom prst="bentConnector3">
            <a:avLst>
              <a:gd name="adj1" fmla="val 15597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肘形连接符 207"/>
          <p:cNvCxnSpPr/>
          <p:nvPr/>
        </p:nvCxnSpPr>
        <p:spPr>
          <a:xfrm rot="10800000" flipH="1" flipV="1">
            <a:off x="4670425" y="2293510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8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5" y="904130"/>
            <a:ext cx="962197" cy="540000"/>
          </a:xfrm>
          <a:prstGeom prst="rect">
            <a:avLst/>
          </a:prstGeom>
        </p:spPr>
      </p:pic>
      <p:pic>
        <p:nvPicPr>
          <p:cNvPr id="219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789830"/>
            <a:ext cx="962197" cy="540000"/>
          </a:xfrm>
          <a:prstGeom prst="rect">
            <a:avLst/>
          </a:prstGeom>
        </p:spPr>
      </p:pic>
      <p:pic>
        <p:nvPicPr>
          <p:cNvPr id="220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155" y="714265"/>
            <a:ext cx="962197" cy="540000"/>
          </a:xfrm>
          <a:prstGeom prst="rect">
            <a:avLst/>
          </a:prstGeom>
        </p:spPr>
      </p:pic>
      <p:cxnSp>
        <p:nvCxnSpPr>
          <p:cNvPr id="393" name="直接箭头连接符 392"/>
          <p:cNvCxnSpPr/>
          <p:nvPr/>
        </p:nvCxnSpPr>
        <p:spPr>
          <a:xfrm flipV="1">
            <a:off x="5245735" y="4542504"/>
            <a:ext cx="6985" cy="7258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6" name="椭圆 395"/>
          <p:cNvSpPr>
            <a:spLocks noChangeAspect="1"/>
          </p:cNvSpPr>
          <p:nvPr/>
        </p:nvSpPr>
        <p:spPr>
          <a:xfrm>
            <a:off x="5101590" y="4905406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97" name="直接箭头连接符 396"/>
          <p:cNvCxnSpPr/>
          <p:nvPr/>
        </p:nvCxnSpPr>
        <p:spPr>
          <a:xfrm flipV="1">
            <a:off x="6854825" y="4556474"/>
            <a:ext cx="5239" cy="710106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8" name="椭圆 397"/>
          <p:cNvSpPr>
            <a:spLocks noChangeAspect="1"/>
          </p:cNvSpPr>
          <p:nvPr/>
        </p:nvSpPr>
        <p:spPr>
          <a:xfrm>
            <a:off x="6707505" y="489701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406" name="直接连接符 405"/>
          <p:cNvCxnSpPr/>
          <p:nvPr/>
        </p:nvCxnSpPr>
        <p:spPr>
          <a:xfrm>
            <a:off x="3874408" y="659972"/>
            <a:ext cx="8890" cy="4766310"/>
          </a:xfrm>
          <a:prstGeom prst="line">
            <a:avLst/>
          </a:prstGeom>
          <a:ln w="38100" cmpd="sng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3" name="文本框 412"/>
          <p:cNvSpPr txBox="1"/>
          <p:nvPr/>
        </p:nvSpPr>
        <p:spPr>
          <a:xfrm>
            <a:off x="181610" y="166370"/>
            <a:ext cx="304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Reference Clip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414" name="文本框 413"/>
          <p:cNvSpPr txBox="1"/>
          <p:nvPr/>
        </p:nvSpPr>
        <p:spPr>
          <a:xfrm>
            <a:off x="3939943" y="170070"/>
            <a:ext cx="3254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Source Clips </a:t>
            </a:r>
            <a:r>
              <a:rPr lang="en-US" altLang="zh-CN" dirty="0" err="1"/>
              <a:t>Training</a:t>
            </a:r>
            <a:r>
              <a:rPr lang="en-US" altLang="zh-CN" dirty="0"/>
              <a:t> Stage</a:t>
            </a:r>
            <a:endParaRPr lang="en-US" altLang="zh-CN" dirty="0"/>
          </a:p>
        </p:txBody>
      </p:sp>
      <p:sp>
        <p:nvSpPr>
          <p:cNvPr id="416" name="椭圆 415"/>
          <p:cNvSpPr>
            <a:spLocks noChangeAspect="1"/>
          </p:cNvSpPr>
          <p:nvPr/>
        </p:nvSpPr>
        <p:spPr>
          <a:xfrm>
            <a:off x="763598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1053793" y="572124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Concat</a:t>
            </a:r>
            <a:endParaRPr lang="en-US" altLang="zh-CN"/>
          </a:p>
        </p:txBody>
      </p:sp>
      <p:sp>
        <p:nvSpPr>
          <p:cNvPr id="418" name="椭圆 417"/>
          <p:cNvSpPr>
            <a:spLocks noChangeAspect="1"/>
          </p:cNvSpPr>
          <p:nvPr/>
        </p:nvSpPr>
        <p:spPr>
          <a:xfrm>
            <a:off x="1932633" y="5759340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2222828" y="5721240"/>
            <a:ext cx="156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Deduplication</a:t>
            </a:r>
            <a:endParaRPr lang="en-US" altLang="zh-CN"/>
          </a:p>
        </p:txBody>
      </p:sp>
      <p:sp>
        <p:nvSpPr>
          <p:cNvPr id="420" name="椭圆 419"/>
          <p:cNvSpPr>
            <a:spLocks noChangeAspect="1"/>
          </p:cNvSpPr>
          <p:nvPr/>
        </p:nvSpPr>
        <p:spPr>
          <a:xfrm>
            <a:off x="3737303" y="576886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4011295" y="5741035"/>
            <a:ext cx="1252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Inheritance</a:t>
            </a:r>
            <a:endParaRPr lang="en-US" altLang="zh-CN" dirty="0"/>
          </a:p>
        </p:txBody>
      </p:sp>
      <p:cxnSp>
        <p:nvCxnSpPr>
          <p:cNvPr id="422" name="直接箭头连接符 421"/>
          <p:cNvCxnSpPr/>
          <p:nvPr/>
        </p:nvCxnSpPr>
        <p:spPr>
          <a:xfrm>
            <a:off x="5186373" y="5925075"/>
            <a:ext cx="6007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4" name="文本框 423"/>
          <p:cNvSpPr txBox="1"/>
          <p:nvPr/>
        </p:nvSpPr>
        <p:spPr>
          <a:xfrm>
            <a:off x="5817563" y="5743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Intra-CLIP</a:t>
            </a:r>
            <a:endParaRPr lang="en-US" altLang="zh-CN"/>
          </a:p>
        </p:txBody>
      </p:sp>
      <p:cxnSp>
        <p:nvCxnSpPr>
          <p:cNvPr id="425" name="直接箭头连接符 424"/>
          <p:cNvCxnSpPr/>
          <p:nvPr/>
        </p:nvCxnSpPr>
        <p:spPr>
          <a:xfrm>
            <a:off x="7013268" y="5916820"/>
            <a:ext cx="600710" cy="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6" name="文本框 425"/>
          <p:cNvSpPr txBox="1"/>
          <p:nvPr/>
        </p:nvSpPr>
        <p:spPr>
          <a:xfrm>
            <a:off x="7585075" y="573659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Inter-CLIP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8" name="文本框 427"/>
              <p:cNvSpPr txBox="1"/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28" name="文本框 4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000" y="4388615"/>
                <a:ext cx="1010285" cy="307777"/>
              </a:xfrm>
              <a:prstGeom prst="rect">
                <a:avLst/>
              </a:prstGeom>
              <a:blipFill rotWithShape="1">
                <a:blip r:embed="rId5"/>
                <a:stretch>
                  <a:fillRect l="-8" t="-42" r="8" b="1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4" name="文本框 433"/>
              <p:cNvSpPr txBox="1"/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34" name="文本框 4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03" y="1444161"/>
                <a:ext cx="1520190" cy="306705"/>
              </a:xfrm>
              <a:prstGeom prst="rect">
                <a:avLst/>
              </a:prstGeom>
              <a:blipFill rotWithShape="1">
                <a:blip r:embed="rId6"/>
                <a:stretch>
                  <a:fillRect l="-18" t="-56" r="1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9" name="文本框 438"/>
          <p:cNvSpPr txBox="1"/>
          <p:nvPr/>
        </p:nvSpPr>
        <p:spPr>
          <a:xfrm>
            <a:off x="2248534" y="2426653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Temporal </a:t>
            </a:r>
            <a:r>
              <a:rPr lang="en-US" altLang="zh-CN" sz="1400" dirty="0"/>
              <a:t>GS</a:t>
            </a:r>
            <a:endParaRPr lang="en-US" altLang="zh-CN" sz="1400" dirty="0"/>
          </a:p>
        </p:txBody>
      </p:sp>
      <p:grpSp>
        <p:nvGrpSpPr>
          <p:cNvPr id="447" name="组合 446"/>
          <p:cNvGrpSpPr/>
          <p:nvPr/>
        </p:nvGrpSpPr>
        <p:grpSpPr>
          <a:xfrm>
            <a:off x="800179" y="4111464"/>
            <a:ext cx="778930" cy="374401"/>
            <a:chOff x="819229" y="4082889"/>
            <a:chExt cx="778930" cy="374401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77" name="矩形 76"/>
            <p:cNvSpPr>
              <a:spLocks noChangeAspect="1"/>
            </p:cNvSpPr>
            <p:nvPr/>
          </p:nvSpPr>
          <p:spPr>
            <a:xfrm>
              <a:off x="81922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/>
            <p:cNvSpPr>
              <a:spLocks noChangeAspect="1"/>
            </p:cNvSpPr>
            <p:nvPr/>
          </p:nvSpPr>
          <p:spPr>
            <a:xfrm>
              <a:off x="1018574" y="427009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矩形 84"/>
            <p:cNvSpPr>
              <a:spLocks noChangeAspect="1"/>
            </p:cNvSpPr>
            <p:nvPr/>
          </p:nvSpPr>
          <p:spPr>
            <a:xfrm>
              <a:off x="820105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>
              <a:spLocks noChangeAspect="1"/>
            </p:cNvSpPr>
            <p:nvPr/>
          </p:nvSpPr>
          <p:spPr>
            <a:xfrm>
              <a:off x="1021204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/>
            <p:cNvSpPr>
              <a:spLocks noChangeAspect="1"/>
            </p:cNvSpPr>
            <p:nvPr/>
          </p:nvSpPr>
          <p:spPr>
            <a:xfrm>
              <a:off x="121791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/>
            <p:cNvSpPr>
              <a:spLocks noChangeAspect="1"/>
            </p:cNvSpPr>
            <p:nvPr/>
          </p:nvSpPr>
          <p:spPr>
            <a:xfrm>
              <a:off x="1215997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矩形 94"/>
            <p:cNvSpPr>
              <a:spLocks noChangeAspect="1"/>
            </p:cNvSpPr>
            <p:nvPr/>
          </p:nvSpPr>
          <p:spPr>
            <a:xfrm>
              <a:off x="1410959" y="40828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/>
            <p:cNvSpPr>
              <a:spLocks noChangeAspect="1"/>
            </p:cNvSpPr>
            <p:nvPr/>
          </p:nvSpPr>
          <p:spPr>
            <a:xfrm>
              <a:off x="1410959" y="4270089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4" name="圆角矩形 13"/>
          <p:cNvSpPr/>
          <p:nvPr/>
        </p:nvSpPr>
        <p:spPr>
          <a:xfrm>
            <a:off x="741045" y="2769870"/>
            <a:ext cx="953135" cy="3429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/>
              <p:cNvSpPr txBox="1"/>
              <p:nvPr/>
            </p:nvSpPr>
            <p:spPr>
              <a:xfrm>
                <a:off x="828675" y="2763520"/>
                <a:ext cx="861695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9" name="文本框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75" y="2763520"/>
                <a:ext cx="861695" cy="36957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文本框 109"/>
          <p:cNvSpPr txBox="1"/>
          <p:nvPr/>
        </p:nvSpPr>
        <p:spPr>
          <a:xfrm>
            <a:off x="7040245" y="1434465"/>
            <a:ext cx="1033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p:sp>
        <p:nvSpPr>
          <p:cNvPr id="118" name="椭圆 117"/>
          <p:cNvSpPr>
            <a:spLocks noChangeAspect="1"/>
          </p:cNvSpPr>
          <p:nvPr/>
        </p:nvSpPr>
        <p:spPr>
          <a:xfrm>
            <a:off x="2665610" y="490272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21" name="椭圆 120"/>
          <p:cNvSpPr>
            <a:spLocks noChangeAspect="1"/>
          </p:cNvSpPr>
          <p:nvPr/>
        </p:nvSpPr>
        <p:spPr>
          <a:xfrm>
            <a:off x="1022985" y="4922727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/>
              <p:cNvSpPr txBox="1"/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Static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35" name="文本框 1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58" y="4492606"/>
                <a:ext cx="1475740" cy="317203"/>
              </a:xfrm>
              <a:prstGeom prst="rect">
                <a:avLst/>
              </a:prstGeom>
              <a:blipFill rotWithShape="1">
                <a:blip r:embed="rId8"/>
                <a:stretch>
                  <a:fillRect l="-22" t="-194" r="2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/>
              <p:cNvSpPr txBox="1"/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8" name="文本框 1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673" y="5235914"/>
                <a:ext cx="458448" cy="381515"/>
              </a:xfrm>
              <a:prstGeom prst="rect">
                <a:avLst/>
              </a:prstGeom>
              <a:blipFill rotWithShape="1">
                <a:blip r:embed="rId9"/>
                <a:stretch>
                  <a:fillRect l="-7" t="-89" r="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本框 140"/>
              <p:cNvSpPr txBox="1"/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1" name="文本框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784" y="5241519"/>
                <a:ext cx="437800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12" t="-62" r="77" b="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090" y="4274710"/>
                <a:ext cx="1010285" cy="307777"/>
              </a:xfrm>
              <a:prstGeom prst="rect">
                <a:avLst/>
              </a:prstGeom>
              <a:blipFill rotWithShape="1">
                <a:blip r:embed="rId5"/>
                <a:stretch>
                  <a:fillRect t="-171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6" name="组合 255"/>
          <p:cNvGrpSpPr/>
          <p:nvPr/>
        </p:nvGrpSpPr>
        <p:grpSpPr>
          <a:xfrm>
            <a:off x="810413" y="3395166"/>
            <a:ext cx="778054" cy="374401"/>
            <a:chOff x="826674" y="3323334"/>
            <a:chExt cx="778054" cy="37440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8" name="矩形 247"/>
            <p:cNvSpPr>
              <a:spLocks noChangeAspect="1"/>
            </p:cNvSpPr>
            <p:nvPr/>
          </p:nvSpPr>
          <p:spPr>
            <a:xfrm>
              <a:off x="832104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矩形 248"/>
            <p:cNvSpPr>
              <a:spLocks noChangeAspect="1"/>
            </p:cNvSpPr>
            <p:nvPr/>
          </p:nvSpPr>
          <p:spPr>
            <a:xfrm>
              <a:off x="1025143" y="351053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0" name="矩形 249"/>
            <p:cNvSpPr>
              <a:spLocks noChangeAspect="1"/>
            </p:cNvSpPr>
            <p:nvPr/>
          </p:nvSpPr>
          <p:spPr>
            <a:xfrm>
              <a:off x="826674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" name="矩形 250"/>
            <p:cNvSpPr>
              <a:spLocks noChangeAspect="1"/>
            </p:cNvSpPr>
            <p:nvPr/>
          </p:nvSpPr>
          <p:spPr>
            <a:xfrm>
              <a:off x="1027773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矩形 251"/>
            <p:cNvSpPr>
              <a:spLocks noChangeAspect="1"/>
            </p:cNvSpPr>
            <p:nvPr/>
          </p:nvSpPr>
          <p:spPr>
            <a:xfrm>
              <a:off x="122448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矩形 252"/>
            <p:cNvSpPr>
              <a:spLocks noChangeAspect="1"/>
            </p:cNvSpPr>
            <p:nvPr/>
          </p:nvSpPr>
          <p:spPr>
            <a:xfrm>
              <a:off x="1222566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4" name="矩形 253"/>
            <p:cNvSpPr>
              <a:spLocks noChangeAspect="1"/>
            </p:cNvSpPr>
            <p:nvPr/>
          </p:nvSpPr>
          <p:spPr>
            <a:xfrm>
              <a:off x="1417528" y="33233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矩形 254"/>
            <p:cNvSpPr>
              <a:spLocks noChangeAspect="1"/>
            </p:cNvSpPr>
            <p:nvPr/>
          </p:nvSpPr>
          <p:spPr>
            <a:xfrm>
              <a:off x="1417528" y="3510534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60" name="连接符: 肘形 259"/>
          <p:cNvCxnSpPr>
            <a:stCxn id="254" idx="3"/>
            <a:endCxn id="90" idx="0"/>
          </p:cNvCxnSpPr>
          <p:nvPr/>
        </p:nvCxnSpPr>
        <p:spPr>
          <a:xfrm>
            <a:off x="1588770" y="3489325"/>
            <a:ext cx="504190" cy="25400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连接符: 肘形 263"/>
          <p:cNvCxnSpPr>
            <a:endCxn id="90" idx="4"/>
          </p:cNvCxnSpPr>
          <p:nvPr/>
        </p:nvCxnSpPr>
        <p:spPr>
          <a:xfrm flipV="1">
            <a:off x="1612900" y="4031615"/>
            <a:ext cx="480060" cy="219710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/>
          <p:cNvCxnSpPr>
            <a:stCxn id="90" idx="6"/>
            <a:endCxn id="76" idx="2"/>
          </p:cNvCxnSpPr>
          <p:nvPr/>
        </p:nvCxnSpPr>
        <p:spPr>
          <a:xfrm flipV="1">
            <a:off x="2237050" y="3885455"/>
            <a:ext cx="382270" cy="190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2" name="圆角矩形 13"/>
          <p:cNvSpPr/>
          <p:nvPr/>
        </p:nvSpPr>
        <p:spPr>
          <a:xfrm>
            <a:off x="4808185" y="2774050"/>
            <a:ext cx="946863" cy="3429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286" name="组合 285"/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4650958" y="1816387"/>
            <a:ext cx="1117726" cy="687138"/>
            <a:chOff x="2276" y="1161"/>
            <a:chExt cx="9171" cy="5638"/>
          </a:xfrm>
        </p:grpSpPr>
        <p:pic>
          <p:nvPicPr>
            <p:cNvPr id="287" name="图片 286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290" name="任意多边形 7"/>
            <p:cNvSpPr/>
            <p:nvPr/>
          </p:nvSpPr>
          <p:spPr>
            <a:xfrm>
              <a:off x="2276" y="1161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cxnSp>
          <p:nvCxnSpPr>
            <p:cNvPr id="292" name="直接连接符 291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3" name="直接连接符 292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4" name="直接连接符 293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5" name="椭圆 294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6" name="组合 295"/>
          <p:cNvGrpSpPr>
            <a:grpSpLocks noChangeAspect="1"/>
          </p:cNvGrpSpPr>
          <p:nvPr/>
        </p:nvGrpSpPr>
        <p:grpSpPr>
          <a:xfrm>
            <a:off x="6400086" y="1804926"/>
            <a:ext cx="1084104" cy="667800"/>
            <a:chOff x="9463" y="3922"/>
            <a:chExt cx="9242" cy="5693"/>
          </a:xfrm>
        </p:grpSpPr>
        <p:pic>
          <p:nvPicPr>
            <p:cNvPr id="297" name="图片 29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298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任意多边形 98"/>
            <p:cNvSpPr/>
            <p:nvPr/>
          </p:nvSpPr>
          <p:spPr>
            <a:xfrm rot="10800000">
              <a:off x="16476" y="8074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0" name="直接连接符 299"/>
            <p:cNvCxnSpPr>
              <a:stCxn id="298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1" name="直接连接符 300"/>
            <p:cNvCxnSpPr>
              <a:stCxn id="299" idx="1"/>
            </p:cNvCxnSpPr>
            <p:nvPr/>
          </p:nvCxnSpPr>
          <p:spPr>
            <a:xfrm flipV="1">
              <a:off x="16476" y="5747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2" name="直接连接符 301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本框 106"/>
              <p:cNvSpPr txBox="1"/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7" name="文本框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541" y="2772624"/>
                <a:ext cx="913393" cy="368300"/>
              </a:xfrm>
              <a:prstGeom prst="rect">
                <a:avLst/>
              </a:prstGeom>
              <a:blipFill rotWithShape="1">
                <a:blip r:embed="rId12"/>
                <a:stretch>
                  <a:fillRect l="-19" t="-58" r="48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1" name="组合 310"/>
          <p:cNvGrpSpPr/>
          <p:nvPr/>
        </p:nvGrpSpPr>
        <p:grpSpPr>
          <a:xfrm>
            <a:off x="4797793" y="3384722"/>
            <a:ext cx="963562" cy="379950"/>
            <a:chOff x="5100878" y="3421855"/>
            <a:chExt cx="963562" cy="379950"/>
          </a:xfrm>
          <a:solidFill>
            <a:schemeClr val="accent3">
              <a:lumMod val="20000"/>
              <a:lumOff val="80000"/>
            </a:schemeClr>
          </a:solidFill>
        </p:grpSpPr>
        <p:grpSp>
          <p:nvGrpSpPr>
            <p:cNvPr id="274" name="组合 273"/>
            <p:cNvGrpSpPr/>
            <p:nvPr/>
          </p:nvGrpSpPr>
          <p:grpSpPr>
            <a:xfrm>
              <a:off x="5100878" y="3424754"/>
              <a:ext cx="772624" cy="374401"/>
              <a:chOff x="832104" y="3323334"/>
              <a:chExt cx="772624" cy="374401"/>
            </a:xfrm>
            <a:grpFill/>
          </p:grpSpPr>
          <p:sp>
            <p:nvSpPr>
              <p:cNvPr id="275" name="矩形 27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7" name="矩形 276"/>
              <p:cNvSpPr>
                <a:spLocks noChangeAspect="1"/>
              </p:cNvSpPr>
              <p:nvPr/>
            </p:nvSpPr>
            <p:spPr>
              <a:xfrm>
                <a:off x="832980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1" name="矩形 280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08" name="矩形 307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310" name="矩形 309"/>
            <p:cNvSpPr>
              <a:spLocks noChangeAspect="1"/>
            </p:cNvSpPr>
            <p:nvPr/>
          </p:nvSpPr>
          <p:spPr>
            <a:xfrm>
              <a:off x="5877240" y="361460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pic>
        <p:nvPicPr>
          <p:cNvPr id="312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381" y="927242"/>
            <a:ext cx="962197" cy="540000"/>
          </a:xfrm>
          <a:prstGeom prst="rect">
            <a:avLst/>
          </a:prstGeom>
        </p:spPr>
      </p:pic>
      <p:pic>
        <p:nvPicPr>
          <p:cNvPr id="313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436" y="812942"/>
            <a:ext cx="962197" cy="540000"/>
          </a:xfrm>
          <a:prstGeom prst="rect">
            <a:avLst/>
          </a:prstGeom>
        </p:spPr>
      </p:pic>
      <p:pic>
        <p:nvPicPr>
          <p:cNvPr id="314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491" y="737377"/>
            <a:ext cx="962197" cy="540000"/>
          </a:xfrm>
          <a:prstGeom prst="rect">
            <a:avLst/>
          </a:prstGeom>
        </p:spPr>
      </p:pic>
      <p:sp>
        <p:nvSpPr>
          <p:cNvPr id="317" name="椭圆 316"/>
          <p:cNvSpPr>
            <a:spLocks noChangeAspect="1"/>
          </p:cNvSpPr>
          <p:nvPr/>
        </p:nvSpPr>
        <p:spPr>
          <a:xfrm>
            <a:off x="8382801" y="2062622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18" name="圆角矩形 183"/>
          <p:cNvSpPr/>
          <p:nvPr/>
        </p:nvSpPr>
        <p:spPr>
          <a:xfrm rot="5400000">
            <a:off x="10716426" y="3803792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319" name="肘形连接符 197"/>
          <p:cNvCxnSpPr/>
          <p:nvPr/>
        </p:nvCxnSpPr>
        <p:spPr>
          <a:xfrm>
            <a:off x="10059880" y="3528837"/>
            <a:ext cx="925830" cy="36258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0" name="肘形连接符 200"/>
          <p:cNvCxnSpPr>
            <a:endCxn id="318" idx="2"/>
          </p:cNvCxnSpPr>
          <p:nvPr/>
        </p:nvCxnSpPr>
        <p:spPr>
          <a:xfrm flipV="1">
            <a:off x="10028721" y="3891422"/>
            <a:ext cx="963295" cy="361950"/>
          </a:xfrm>
          <a:prstGeom prst="bentConnector3">
            <a:avLst>
              <a:gd name="adj1" fmla="val 5003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1" name="椭圆 320"/>
          <p:cNvSpPr>
            <a:spLocks noChangeAspect="1"/>
          </p:cNvSpPr>
          <p:nvPr/>
        </p:nvSpPr>
        <p:spPr>
          <a:xfrm>
            <a:off x="10377527" y="3750681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24" name="圆角矩形 204"/>
          <p:cNvSpPr/>
          <p:nvPr/>
        </p:nvSpPr>
        <p:spPr>
          <a:xfrm rot="5400000">
            <a:off x="10910101" y="3803157"/>
            <a:ext cx="725170" cy="17462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325" name="肘形连接符 205"/>
          <p:cNvCxnSpPr>
            <a:stCxn id="324" idx="0"/>
          </p:cNvCxnSpPr>
          <p:nvPr/>
        </p:nvCxnSpPr>
        <p:spPr>
          <a:xfrm flipV="1">
            <a:off x="11360316" y="2208672"/>
            <a:ext cx="425450" cy="1682115"/>
          </a:xfrm>
          <a:prstGeom prst="bentConnector3">
            <a:avLst>
              <a:gd name="adj1" fmla="val 15597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7" name="肘形连接符 207"/>
          <p:cNvCxnSpPr/>
          <p:nvPr/>
        </p:nvCxnSpPr>
        <p:spPr>
          <a:xfrm rot="10800000" flipH="1" flipV="1">
            <a:off x="8975256" y="2298842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28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876" y="909462"/>
            <a:ext cx="962197" cy="540000"/>
          </a:xfrm>
          <a:prstGeom prst="rect">
            <a:avLst/>
          </a:prstGeom>
        </p:spPr>
      </p:pic>
      <p:pic>
        <p:nvPicPr>
          <p:cNvPr id="329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9931" y="795162"/>
            <a:ext cx="962197" cy="540000"/>
          </a:xfrm>
          <a:prstGeom prst="rect">
            <a:avLst/>
          </a:prstGeom>
        </p:spPr>
      </p:pic>
      <p:pic>
        <p:nvPicPr>
          <p:cNvPr id="330" name="内容占位符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8986" y="719597"/>
            <a:ext cx="962197" cy="540000"/>
          </a:xfrm>
          <a:prstGeom prst="rect">
            <a:avLst/>
          </a:prstGeom>
        </p:spPr>
      </p:pic>
      <p:cxnSp>
        <p:nvCxnSpPr>
          <p:cNvPr id="332" name="直接箭头连接符 331"/>
          <p:cNvCxnSpPr/>
          <p:nvPr/>
        </p:nvCxnSpPr>
        <p:spPr>
          <a:xfrm flipV="1">
            <a:off x="9550566" y="4547836"/>
            <a:ext cx="6985" cy="725805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3" name="椭圆 332"/>
          <p:cNvSpPr>
            <a:spLocks noChangeAspect="1"/>
          </p:cNvSpPr>
          <p:nvPr/>
        </p:nvSpPr>
        <p:spPr>
          <a:xfrm>
            <a:off x="9406421" y="4910738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35" name="直接箭头连接符 334"/>
          <p:cNvCxnSpPr/>
          <p:nvPr/>
        </p:nvCxnSpPr>
        <p:spPr>
          <a:xfrm flipV="1">
            <a:off x="11159656" y="4561806"/>
            <a:ext cx="5239" cy="710106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6" name="椭圆 335"/>
          <p:cNvSpPr>
            <a:spLocks noChangeAspect="1"/>
          </p:cNvSpPr>
          <p:nvPr/>
        </p:nvSpPr>
        <p:spPr>
          <a:xfrm>
            <a:off x="11012336" y="4902342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</a:t>
            </a:r>
            <a:endParaRPr lang="en-US" altLang="zh-CN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7" name="文本框 336"/>
              <p:cNvSpPr txBox="1"/>
              <p:nvPr/>
            </p:nvSpPr>
            <p:spPr>
              <a:xfrm>
                <a:off x="9613431" y="1437147"/>
                <a:ext cx="17744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𝑁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−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37" name="文本框 3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3431" y="1437147"/>
                <a:ext cx="1774418" cy="307777"/>
              </a:xfrm>
              <a:prstGeom prst="rect">
                <a:avLst/>
              </a:prstGeom>
              <a:blipFill rotWithShape="1">
                <a:blip r:embed="rId13"/>
                <a:stretch>
                  <a:fillRect l="-9" t="-46" r="22" b="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2" name="文本框 351"/>
          <p:cNvSpPr txBox="1"/>
          <p:nvPr/>
        </p:nvSpPr>
        <p:spPr>
          <a:xfrm>
            <a:off x="11296181" y="1439687"/>
            <a:ext cx="10820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rendering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5" name="文本框 354"/>
              <p:cNvSpPr txBox="1"/>
              <p:nvPr/>
            </p:nvSpPr>
            <p:spPr>
              <a:xfrm>
                <a:off x="9990478" y="4356296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55" name="文本框 3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478" y="4356296"/>
                <a:ext cx="458448" cy="381515"/>
              </a:xfrm>
              <a:prstGeom prst="rect">
                <a:avLst/>
              </a:prstGeom>
              <a:blipFill rotWithShape="1">
                <a:blip r:embed="rId14"/>
                <a:stretch>
                  <a:fillRect l="-5" t="-51" r="-48340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6" name="文本框 355"/>
              <p:cNvSpPr txBox="1"/>
              <p:nvPr/>
            </p:nvSpPr>
            <p:spPr>
              <a:xfrm>
                <a:off x="10739921" y="4280042"/>
                <a:ext cx="10102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Decoder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356" name="文本框 3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9921" y="4280042"/>
                <a:ext cx="1010285" cy="307777"/>
              </a:xfrm>
              <a:prstGeom prst="rect">
                <a:avLst/>
              </a:prstGeom>
              <a:blipFill rotWithShape="1">
                <a:blip r:embed="rId5"/>
                <a:stretch>
                  <a:fillRect l="-16" t="-46" r="16" b="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9" name="圆角矩形 13"/>
          <p:cNvSpPr/>
          <p:nvPr/>
        </p:nvSpPr>
        <p:spPr>
          <a:xfrm>
            <a:off x="9106710" y="2771458"/>
            <a:ext cx="930472" cy="3429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362" name="组合 361"/>
          <p:cNvGrpSpPr>
            <a:grpSpLocks noChangeAspect="1"/>
          </p:cNvGrpSpPr>
          <p:nvPr>
            <p:custDataLst>
              <p:tags r:id="rId15"/>
            </p:custDataLst>
          </p:nvPr>
        </p:nvGrpSpPr>
        <p:grpSpPr>
          <a:xfrm>
            <a:off x="8955789" y="1828057"/>
            <a:ext cx="1117726" cy="680800"/>
            <a:chOff x="2276" y="1213"/>
            <a:chExt cx="9171" cy="5586"/>
          </a:xfrm>
        </p:grpSpPr>
        <p:pic>
          <p:nvPicPr>
            <p:cNvPr id="363" name="图片 362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2508" y="1230"/>
              <a:ext cx="8838" cy="5488"/>
            </a:xfrm>
            <a:prstGeom prst="rect">
              <a:avLst/>
            </a:prstGeom>
          </p:spPr>
        </p:pic>
        <p:sp>
          <p:nvSpPr>
            <p:cNvPr id="364" name="任意多边形 7"/>
            <p:cNvSpPr/>
            <p:nvPr/>
          </p:nvSpPr>
          <p:spPr>
            <a:xfrm>
              <a:off x="2276" y="1213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任意多边形 8"/>
            <p:cNvSpPr/>
            <p:nvPr/>
          </p:nvSpPr>
          <p:spPr>
            <a:xfrm rot="10800000">
              <a:off x="9218" y="5258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  <p:cxnSp>
          <p:nvCxnSpPr>
            <p:cNvPr id="366" name="直接连接符 365"/>
            <p:cNvCxnSpPr/>
            <p:nvPr/>
          </p:nvCxnSpPr>
          <p:spPr>
            <a:xfrm>
              <a:off x="2424" y="2677"/>
              <a:ext cx="6792" cy="5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7" name="直接连接符 366"/>
            <p:cNvCxnSpPr/>
            <p:nvPr/>
          </p:nvCxnSpPr>
          <p:spPr>
            <a:xfrm flipH="1" flipV="1">
              <a:off x="9168" y="2754"/>
              <a:ext cx="25" cy="3892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8" name="直接连接符 367"/>
            <p:cNvCxnSpPr/>
            <p:nvPr/>
          </p:nvCxnSpPr>
          <p:spPr>
            <a:xfrm flipV="1">
              <a:off x="9144" y="1231"/>
              <a:ext cx="2179" cy="152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9" name="椭圆 368"/>
            <p:cNvSpPr>
              <a:spLocks noChangeAspect="1"/>
            </p:cNvSpPr>
            <p:nvPr/>
          </p:nvSpPr>
          <p:spPr>
            <a:xfrm>
              <a:off x="2761" y="4735"/>
              <a:ext cx="283" cy="283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0" name="组合 369"/>
          <p:cNvGrpSpPr>
            <a:grpSpLocks noChangeAspect="1"/>
          </p:cNvGrpSpPr>
          <p:nvPr/>
        </p:nvGrpSpPr>
        <p:grpSpPr>
          <a:xfrm>
            <a:off x="10704917" y="1814068"/>
            <a:ext cx="1093605" cy="664632"/>
            <a:chOff x="9463" y="3922"/>
            <a:chExt cx="9323" cy="5666"/>
          </a:xfrm>
        </p:grpSpPr>
        <p:pic>
          <p:nvPicPr>
            <p:cNvPr id="371" name="图片 37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8" y="4002"/>
              <a:ext cx="9045" cy="5490"/>
            </a:xfrm>
            <a:prstGeom prst="rect">
              <a:avLst/>
            </a:prstGeom>
          </p:spPr>
        </p:pic>
        <p:sp>
          <p:nvSpPr>
            <p:cNvPr id="374" name="任意多边形 96"/>
            <p:cNvSpPr/>
            <p:nvPr/>
          </p:nvSpPr>
          <p:spPr>
            <a:xfrm>
              <a:off x="9463" y="3922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7" name="任意多边形 98"/>
            <p:cNvSpPr/>
            <p:nvPr/>
          </p:nvSpPr>
          <p:spPr>
            <a:xfrm rot="10800000">
              <a:off x="16557" y="8047"/>
              <a:ext cx="2229" cy="1541"/>
            </a:xfrm>
            <a:custGeom>
              <a:avLst/>
              <a:gdLst>
                <a:gd name="connisteX0" fmla="*/ 0 w 1415415"/>
                <a:gd name="connsiteY0" fmla="*/ 0 h 978535"/>
                <a:gd name="connisteX1" fmla="*/ 1415415 w 1415415"/>
                <a:gd name="connsiteY1" fmla="*/ 0 h 978535"/>
                <a:gd name="connisteX2" fmla="*/ 10160 w 1415415"/>
                <a:gd name="connsiteY2" fmla="*/ 978535 h 978535"/>
                <a:gd name="connisteX3" fmla="*/ 0 w 1415415"/>
                <a:gd name="connsiteY3" fmla="*/ 0 h 97853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1415415" h="978535">
                  <a:moveTo>
                    <a:pt x="0" y="0"/>
                  </a:moveTo>
                  <a:lnTo>
                    <a:pt x="1415415" y="0"/>
                  </a:lnTo>
                  <a:lnTo>
                    <a:pt x="10160" y="978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9" name="直接连接符 388"/>
            <p:cNvCxnSpPr>
              <a:stCxn id="374" idx="2"/>
            </p:cNvCxnSpPr>
            <p:nvPr/>
          </p:nvCxnSpPr>
          <p:spPr>
            <a:xfrm>
              <a:off x="9479" y="5463"/>
              <a:ext cx="6883" cy="7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0" name="直接连接符 389"/>
            <p:cNvCxnSpPr>
              <a:stCxn id="387" idx="1"/>
            </p:cNvCxnSpPr>
            <p:nvPr/>
          </p:nvCxnSpPr>
          <p:spPr>
            <a:xfrm flipV="1">
              <a:off x="16552" y="5715"/>
              <a:ext cx="11" cy="386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4" name="直接连接符 393"/>
            <p:cNvCxnSpPr/>
            <p:nvPr/>
          </p:nvCxnSpPr>
          <p:spPr>
            <a:xfrm flipV="1">
              <a:off x="16400" y="4036"/>
              <a:ext cx="2182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5" name="文本框 394"/>
              <p:cNvSpPr txBox="1"/>
              <p:nvPr/>
            </p:nvSpPr>
            <p:spPr>
              <a:xfrm>
                <a:off x="9166423" y="2761933"/>
                <a:ext cx="822128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𝑆𝐹𝑇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 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𝑁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−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95" name="文本框 3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423" y="2761933"/>
                <a:ext cx="822128" cy="368300"/>
              </a:xfrm>
              <a:prstGeom prst="rect">
                <a:avLst/>
              </a:prstGeom>
              <a:blipFill rotWithShape="1">
                <a:blip r:embed="rId16"/>
                <a:stretch>
                  <a:fillRect l="-24" t="-86" r="-12358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7" name="组合 406"/>
          <p:cNvGrpSpPr/>
          <p:nvPr/>
        </p:nvGrpSpPr>
        <p:grpSpPr>
          <a:xfrm>
            <a:off x="9097194" y="3390054"/>
            <a:ext cx="968992" cy="377300"/>
            <a:chOff x="5095448" y="3421855"/>
            <a:chExt cx="968992" cy="377300"/>
          </a:xfrm>
          <a:solidFill>
            <a:schemeClr val="accent4">
              <a:lumMod val="20000"/>
              <a:lumOff val="80000"/>
            </a:schemeClr>
          </a:solidFill>
        </p:grpSpPr>
        <p:grpSp>
          <p:nvGrpSpPr>
            <p:cNvPr id="408" name="组合 407"/>
            <p:cNvGrpSpPr/>
            <p:nvPr/>
          </p:nvGrpSpPr>
          <p:grpSpPr>
            <a:xfrm>
              <a:off x="5095448" y="3424754"/>
              <a:ext cx="778054" cy="374401"/>
              <a:chOff x="826674" y="3323334"/>
              <a:chExt cx="778054" cy="374401"/>
            </a:xfrm>
            <a:grpFill/>
          </p:grpSpPr>
          <p:sp>
            <p:nvSpPr>
              <p:cNvPr id="415" name="矩形 414"/>
              <p:cNvSpPr>
                <a:spLocks noChangeAspect="1"/>
              </p:cNvSpPr>
              <p:nvPr/>
            </p:nvSpPr>
            <p:spPr>
              <a:xfrm>
                <a:off x="832104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" name="矩形 422"/>
              <p:cNvSpPr>
                <a:spLocks noChangeAspect="1"/>
              </p:cNvSpPr>
              <p:nvPr/>
            </p:nvSpPr>
            <p:spPr>
              <a:xfrm>
                <a:off x="1025143" y="3510535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7" name="矩形 426"/>
              <p:cNvSpPr>
                <a:spLocks noChangeAspect="1"/>
              </p:cNvSpPr>
              <p:nvPr/>
            </p:nvSpPr>
            <p:spPr>
              <a:xfrm>
                <a:off x="826674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" name="矩形 429"/>
              <p:cNvSpPr>
                <a:spLocks noChangeAspect="1"/>
              </p:cNvSpPr>
              <p:nvPr/>
            </p:nvSpPr>
            <p:spPr>
              <a:xfrm>
                <a:off x="1027773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1" name="矩形 430"/>
              <p:cNvSpPr>
                <a:spLocks noChangeAspect="1"/>
              </p:cNvSpPr>
              <p:nvPr/>
            </p:nvSpPr>
            <p:spPr>
              <a:xfrm>
                <a:off x="122448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" name="矩形 431"/>
              <p:cNvSpPr>
                <a:spLocks noChangeAspect="1"/>
              </p:cNvSpPr>
              <p:nvPr/>
            </p:nvSpPr>
            <p:spPr>
              <a:xfrm>
                <a:off x="1222566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3" name="矩形 432"/>
              <p:cNvSpPr>
                <a:spLocks noChangeAspect="1"/>
              </p:cNvSpPr>
              <p:nvPr/>
            </p:nvSpPr>
            <p:spPr>
              <a:xfrm>
                <a:off x="1417528" y="33233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0" name="矩形 439"/>
              <p:cNvSpPr>
                <a:spLocks noChangeAspect="1"/>
              </p:cNvSpPr>
              <p:nvPr/>
            </p:nvSpPr>
            <p:spPr>
              <a:xfrm>
                <a:off x="1417528" y="3510534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409" name="矩形 408"/>
            <p:cNvSpPr>
              <a:spLocks noChangeAspect="1"/>
            </p:cNvSpPr>
            <p:nvPr/>
          </p:nvSpPr>
          <p:spPr>
            <a:xfrm>
              <a:off x="5877240" y="3421855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410" name="矩形 409"/>
            <p:cNvSpPr>
              <a:spLocks noChangeAspect="1"/>
            </p:cNvSpPr>
            <p:nvPr/>
          </p:nvSpPr>
          <p:spPr>
            <a:xfrm>
              <a:off x="5877240" y="3610160"/>
              <a:ext cx="187200" cy="187200"/>
            </a:xfrm>
            <a:prstGeom prst="rect">
              <a:avLst/>
            </a:prstGeom>
            <a:grp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3" name="文本框 442"/>
              <p:cNvSpPr txBox="1"/>
              <p:nvPr/>
            </p:nvSpPr>
            <p:spPr>
              <a:xfrm>
                <a:off x="9320684" y="5244695"/>
                <a:ext cx="458448" cy="381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43" name="文本框 4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684" y="5244695"/>
                <a:ext cx="458448" cy="381515"/>
              </a:xfrm>
              <a:prstGeom prst="rect">
                <a:avLst/>
              </a:prstGeom>
              <a:blipFill rotWithShape="1">
                <a:blip r:embed="rId9"/>
                <a:stretch>
                  <a:fillRect l="-34" t="-60" r="29" b="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4" name="文本框 443"/>
              <p:cNvSpPr txBox="1"/>
              <p:nvPr/>
            </p:nvSpPr>
            <p:spPr>
              <a:xfrm>
                <a:off x="10929795" y="5250300"/>
                <a:ext cx="437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44" name="文本框 4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9795" y="5250300"/>
                <a:ext cx="437800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40" t="-32" r="105" b="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5" name="文本框 444"/>
          <p:cNvSpPr txBox="1"/>
          <p:nvPr/>
        </p:nvSpPr>
        <p:spPr>
          <a:xfrm>
            <a:off x="6337300" y="2439877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ym typeface="+mn-ea"/>
              </a:rPr>
              <a:t>Temporal GS</a:t>
            </a:r>
            <a:endParaRPr lang="en-US" altLang="zh-CN" sz="1400" dirty="0"/>
          </a:p>
        </p:txBody>
      </p:sp>
      <p:sp>
        <p:nvSpPr>
          <p:cNvPr id="446" name="文本框 445"/>
          <p:cNvSpPr txBox="1"/>
          <p:nvPr/>
        </p:nvSpPr>
        <p:spPr>
          <a:xfrm>
            <a:off x="10713807" y="2440305"/>
            <a:ext cx="1304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ym typeface="+mn-ea"/>
              </a:rPr>
              <a:t>Temporal GS</a:t>
            </a:r>
            <a:endParaRPr lang="en-US" altLang="zh-CN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文本框 447"/>
              <p:cNvSpPr txBox="1"/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48" name="文本框 4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348" y="3134794"/>
                <a:ext cx="1865494" cy="317203"/>
              </a:xfrm>
              <a:prstGeom prst="rect">
                <a:avLst/>
              </a:prstGeom>
              <a:blipFill rotWithShape="1">
                <a:blip r:embed="rId17"/>
                <a:stretch>
                  <a:fillRect l="-12" t="-137" r="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0" name="文本框 449"/>
              <p:cNvSpPr txBox="1"/>
              <p:nvPr/>
            </p:nvSpPr>
            <p:spPr>
              <a:xfrm>
                <a:off x="9804220" y="3080423"/>
                <a:ext cx="1865494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450" name="文本框 4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220" y="3080423"/>
                <a:ext cx="1865494" cy="317203"/>
              </a:xfrm>
              <a:prstGeom prst="rect">
                <a:avLst/>
              </a:prstGeom>
              <a:blipFill rotWithShape="1">
                <a:blip r:embed="rId18"/>
                <a:stretch>
                  <a:fillRect l="-24" t="-12" r="17" b="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/>
          <p:cNvCxnSpPr/>
          <p:nvPr/>
        </p:nvCxnSpPr>
        <p:spPr>
          <a:xfrm>
            <a:off x="1186346" y="311481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171106" y="142889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5237646" y="144286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9548661" y="1461912"/>
            <a:ext cx="1905" cy="3816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H="1" flipV="1">
            <a:off x="2858301" y="145302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H="1" flipV="1">
            <a:off x="6995326" y="1437147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 flipV="1">
            <a:off x="11295546" y="1444132"/>
            <a:ext cx="635" cy="37909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4778454" y="4108450"/>
            <a:ext cx="968806" cy="377415"/>
            <a:chOff x="6538" y="7448"/>
            <a:chExt cx="1526" cy="594"/>
          </a:xfrm>
        </p:grpSpPr>
        <p:grpSp>
          <p:nvGrpSpPr>
            <p:cNvPr id="46" name="组合 45"/>
            <p:cNvGrpSpPr/>
            <p:nvPr/>
          </p:nvGrpSpPr>
          <p:grpSpPr>
            <a:xfrm>
              <a:off x="6538" y="7453"/>
              <a:ext cx="1220" cy="590"/>
              <a:chOff x="823674" y="4082889"/>
              <a:chExt cx="774485" cy="374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7" name="矩形 46"/>
              <p:cNvSpPr>
                <a:spLocks noChangeAspect="1"/>
              </p:cNvSpPr>
              <p:nvPr/>
            </p:nvSpPr>
            <p:spPr>
              <a:xfrm>
                <a:off x="82367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>
                <a:spLocks noChangeAspect="1"/>
              </p:cNvSpPr>
              <p:nvPr/>
            </p:nvSpPr>
            <p:spPr>
              <a:xfrm>
                <a:off x="1016669" y="4270090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/>
              <p:cNvSpPr>
                <a:spLocks noChangeAspect="1"/>
              </p:cNvSpPr>
              <p:nvPr/>
            </p:nvSpPr>
            <p:spPr>
              <a:xfrm>
                <a:off x="823915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>
                <a:spLocks noChangeAspect="1"/>
              </p:cNvSpPr>
              <p:nvPr/>
            </p:nvSpPr>
            <p:spPr>
              <a:xfrm>
                <a:off x="10167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>
                <a:spLocks noChangeAspect="1"/>
              </p:cNvSpPr>
              <p:nvPr/>
            </p:nvSpPr>
            <p:spPr>
              <a:xfrm>
                <a:off x="121601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>
                <a:spLocks noChangeAspect="1"/>
              </p:cNvSpPr>
              <p:nvPr/>
            </p:nvSpPr>
            <p:spPr>
              <a:xfrm>
                <a:off x="1214092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55" name="矩形 54"/>
              <p:cNvSpPr>
                <a:spLocks noChangeAspect="1"/>
              </p:cNvSpPr>
              <p:nvPr/>
            </p:nvSpPr>
            <p:spPr>
              <a:xfrm>
                <a:off x="14109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>
                <a:spLocks noChangeAspect="1"/>
              </p:cNvSpPr>
              <p:nvPr/>
            </p:nvSpPr>
            <p:spPr>
              <a:xfrm>
                <a:off x="1410959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60" name="矩形 59"/>
            <p:cNvSpPr>
              <a:spLocks noChangeAspect="1"/>
            </p:cNvSpPr>
            <p:nvPr/>
          </p:nvSpPr>
          <p:spPr>
            <a:xfrm>
              <a:off x="7769" y="7448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>
              <a:spLocks noChangeAspect="1"/>
            </p:cNvSpPr>
            <p:nvPr/>
          </p:nvSpPr>
          <p:spPr>
            <a:xfrm>
              <a:off x="7769" y="7747"/>
              <a:ext cx="295" cy="2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9073515" y="4124960"/>
            <a:ext cx="968375" cy="374650"/>
            <a:chOff x="6515" y="8326"/>
            <a:chExt cx="1525" cy="590"/>
          </a:xfrm>
        </p:grpSpPr>
        <p:grpSp>
          <p:nvGrpSpPr>
            <p:cNvPr id="62" name="组合 61"/>
            <p:cNvGrpSpPr/>
            <p:nvPr/>
          </p:nvGrpSpPr>
          <p:grpSpPr>
            <a:xfrm>
              <a:off x="6515" y="8326"/>
              <a:ext cx="1220" cy="590"/>
              <a:chOff x="823674" y="4082889"/>
              <a:chExt cx="774485" cy="374401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63" name="矩形 62"/>
              <p:cNvSpPr>
                <a:spLocks noChangeAspect="1"/>
              </p:cNvSpPr>
              <p:nvPr/>
            </p:nvSpPr>
            <p:spPr>
              <a:xfrm>
                <a:off x="82367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" name="矩形 63"/>
              <p:cNvSpPr>
                <a:spLocks noChangeAspect="1"/>
              </p:cNvSpPr>
              <p:nvPr/>
            </p:nvSpPr>
            <p:spPr>
              <a:xfrm>
                <a:off x="1016669" y="4270090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65" name="矩形 64"/>
              <p:cNvSpPr>
                <a:spLocks noChangeAspect="1"/>
              </p:cNvSpPr>
              <p:nvPr/>
            </p:nvSpPr>
            <p:spPr>
              <a:xfrm>
                <a:off x="823915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" name="矩形 65"/>
              <p:cNvSpPr>
                <a:spLocks noChangeAspect="1"/>
              </p:cNvSpPr>
              <p:nvPr/>
            </p:nvSpPr>
            <p:spPr>
              <a:xfrm>
                <a:off x="10167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矩形 66"/>
              <p:cNvSpPr>
                <a:spLocks noChangeAspect="1"/>
              </p:cNvSpPr>
              <p:nvPr/>
            </p:nvSpPr>
            <p:spPr>
              <a:xfrm>
                <a:off x="1216014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" name="矩形 67"/>
              <p:cNvSpPr>
                <a:spLocks noChangeAspect="1"/>
              </p:cNvSpPr>
              <p:nvPr/>
            </p:nvSpPr>
            <p:spPr>
              <a:xfrm>
                <a:off x="1214092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  <p:sp>
            <p:nvSpPr>
              <p:cNvPr id="69" name="矩形 68"/>
              <p:cNvSpPr>
                <a:spLocks noChangeAspect="1"/>
              </p:cNvSpPr>
              <p:nvPr/>
            </p:nvSpPr>
            <p:spPr>
              <a:xfrm>
                <a:off x="1410959" y="40828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矩形 69"/>
              <p:cNvSpPr>
                <a:spLocks noChangeAspect="1"/>
              </p:cNvSpPr>
              <p:nvPr/>
            </p:nvSpPr>
            <p:spPr>
              <a:xfrm>
                <a:off x="1410959" y="4270089"/>
                <a:ext cx="187200" cy="187200"/>
              </a:xfrm>
              <a:prstGeom prst="rect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/>
              </a:p>
            </p:txBody>
          </p:sp>
        </p:grpSp>
        <p:sp>
          <p:nvSpPr>
            <p:cNvPr id="71" name="矩形 70"/>
            <p:cNvSpPr>
              <a:spLocks noChangeAspect="1"/>
            </p:cNvSpPr>
            <p:nvPr/>
          </p:nvSpPr>
          <p:spPr>
            <a:xfrm>
              <a:off x="7746" y="8328"/>
              <a:ext cx="295" cy="29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矩形 71"/>
            <p:cNvSpPr>
              <a:spLocks noChangeAspect="1"/>
            </p:cNvSpPr>
            <p:nvPr/>
          </p:nvSpPr>
          <p:spPr>
            <a:xfrm>
              <a:off x="7746" y="8620"/>
              <a:ext cx="295" cy="29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87" name="图形 186" descr="雪花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01866" y="4052403"/>
            <a:ext cx="507064" cy="507064"/>
          </a:xfrm>
          <a:prstGeom prst="rect">
            <a:avLst/>
          </a:prstGeom>
        </p:spPr>
      </p:pic>
      <p:pic>
        <p:nvPicPr>
          <p:cNvPr id="75" name="图形 186" descr="雪花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06531" y="4059388"/>
            <a:ext cx="507064" cy="507064"/>
          </a:xfrm>
          <a:prstGeom prst="rect">
            <a:avLst/>
          </a:prstGeom>
        </p:spPr>
      </p:pic>
      <p:cxnSp>
        <p:nvCxnSpPr>
          <p:cNvPr id="80" name="直接箭头连接符 79"/>
          <p:cNvCxnSpPr/>
          <p:nvPr/>
        </p:nvCxnSpPr>
        <p:spPr>
          <a:xfrm>
            <a:off x="5238916" y="3107832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9535961" y="311735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1180631" y="248743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231931" y="249886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>
            <a:off x="9530246" y="2503947"/>
            <a:ext cx="5715" cy="2880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8" name="图形 186" descr="雪花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23986" y="3632668"/>
            <a:ext cx="507064" cy="507064"/>
          </a:xfrm>
          <a:prstGeom prst="rect">
            <a:avLst/>
          </a:prstGeom>
        </p:spPr>
      </p:pic>
      <p:pic>
        <p:nvPicPr>
          <p:cNvPr id="92" name="图形 186" descr="雪花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29921" y="3632033"/>
            <a:ext cx="507064" cy="507064"/>
          </a:xfrm>
          <a:prstGeom prst="rect">
            <a:avLst/>
          </a:prstGeom>
        </p:spPr>
      </p:pic>
      <p:pic>
        <p:nvPicPr>
          <p:cNvPr id="125" name="图片 124" descr="省略号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994015" y="2532380"/>
            <a:ext cx="432000" cy="432000"/>
          </a:xfrm>
          <a:prstGeom prst="rect">
            <a:avLst/>
          </a:prstGeom>
        </p:spPr>
      </p:pic>
      <p:cxnSp>
        <p:nvCxnSpPr>
          <p:cNvPr id="129" name="直接箭头连接符 128"/>
          <p:cNvCxnSpPr/>
          <p:nvPr/>
        </p:nvCxnSpPr>
        <p:spPr>
          <a:xfrm flipH="1">
            <a:off x="1693711" y="295225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0" name="文本框 129"/>
          <p:cNvSpPr txBox="1"/>
          <p:nvPr/>
        </p:nvSpPr>
        <p:spPr>
          <a:xfrm>
            <a:off x="2062480" y="278574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131" name="直接箭头连接符 130"/>
          <p:cNvCxnSpPr/>
          <p:nvPr/>
        </p:nvCxnSpPr>
        <p:spPr>
          <a:xfrm flipH="1">
            <a:off x="5751996" y="2945907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/>
          <p:nvPr/>
        </p:nvCxnSpPr>
        <p:spPr>
          <a:xfrm flipH="1">
            <a:off x="10031261" y="2931302"/>
            <a:ext cx="432000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128385" y="2775585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sp>
        <p:nvSpPr>
          <p:cNvPr id="4" name="文本框 3"/>
          <p:cNvSpPr txBox="1"/>
          <p:nvPr/>
        </p:nvSpPr>
        <p:spPr>
          <a:xfrm>
            <a:off x="10399395" y="2762250"/>
            <a:ext cx="5575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dirty="0"/>
              <a:t>time</a:t>
            </a:r>
            <a:endParaRPr lang="en-US" altLang="zh-CN" sz="1400" dirty="0"/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13466" y="2166510"/>
            <a:ext cx="594000" cy="3810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椭圆 4"/>
          <p:cNvSpPr>
            <a:spLocks noChangeAspect="1"/>
          </p:cNvSpPr>
          <p:nvPr/>
        </p:nvSpPr>
        <p:spPr>
          <a:xfrm>
            <a:off x="147320" y="2023635"/>
            <a:ext cx="288290" cy="288290"/>
          </a:xfrm>
          <a:prstGeom prst="ellipse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0" name="肘形连接符 9"/>
          <p:cNvCxnSpPr/>
          <p:nvPr/>
        </p:nvCxnSpPr>
        <p:spPr>
          <a:xfrm rot="10800000" flipH="1" flipV="1">
            <a:off x="654050" y="2277635"/>
            <a:ext cx="109855" cy="1954530"/>
          </a:xfrm>
          <a:prstGeom prst="bentConnector3">
            <a:avLst>
              <a:gd name="adj1" fmla="val -216763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365" y="2416810"/>
                <a:ext cx="1014730" cy="306705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940" y="2437765"/>
                <a:ext cx="1014730" cy="306705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9653270" y="2430780"/>
                <a:ext cx="128397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anchors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3270" y="2430780"/>
                <a:ext cx="1283970" cy="306705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形 186" descr="雪花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94086" y="5658953"/>
            <a:ext cx="507064" cy="507064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9117330" y="572516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Frozen</a:t>
            </a:r>
            <a:endParaRPr lang="en-US" altLang="zh-CN" dirty="0"/>
          </a:p>
        </p:txBody>
      </p:sp>
      <p:sp>
        <p:nvSpPr>
          <p:cNvPr id="22" name="文本框 21"/>
          <p:cNvSpPr txBox="1"/>
          <p:nvPr/>
        </p:nvSpPr>
        <p:spPr>
          <a:xfrm>
            <a:off x="10172700" y="5727700"/>
            <a:ext cx="1200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/>
              <a:t>Trainable</a:t>
            </a:r>
            <a:endParaRPr lang="en-US" altLang="zh-CN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05755" y="4245207"/>
            <a:ext cx="117818" cy="14340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889055" y="4247723"/>
            <a:ext cx="117818" cy="14340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562191" y="2776762"/>
            <a:ext cx="117818" cy="143408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5623867" y="2776762"/>
            <a:ext cx="117818" cy="143408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19163" y="2776762"/>
            <a:ext cx="117818" cy="143408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8" cstate="print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1025963" y="4118495"/>
            <a:ext cx="315175" cy="383631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8" cstate="print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2659088" y="3704797"/>
            <a:ext cx="315175" cy="383631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8" cstate="print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10742" b="46484" l="10082" r="44549">
                        <a14:foregroundMark x1="35873" y1="17090" x2="38687" y2="20801"/>
                        <a14:foregroundMark x1="27198" y1="10742" x2="26964" y2="11328"/>
                        <a14:foregroundMark x1="35287" y1="15234" x2="35287" y2="152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50" t="7240" r="51110" b="49120"/>
          <a:stretch>
            <a:fillRect/>
          </a:stretch>
        </p:blipFill>
        <p:spPr>
          <a:xfrm>
            <a:off x="9926012" y="5731761"/>
            <a:ext cx="315175" cy="3836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647" y="4350964"/>
                <a:ext cx="458448" cy="369570"/>
              </a:xfrm>
              <a:prstGeom prst="rect">
                <a:avLst/>
              </a:prstGeom>
              <a:blipFill rotWithShape="1">
                <a:blip r:embed="rId30"/>
                <a:stretch>
                  <a:fillRect l="-107" t="-157" r="103" b="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frames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>
                            <a:latin typeface="Cambria Math" panose="02040503050406030204" pitchFamily="18" charset="0"/>
                            <a:sym typeface="+mn-ea"/>
                          </a:rPr>
                          <m:t>𝐶𝐿𝐼𝑃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sym typeface="+mn-ea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1431815"/>
                <a:ext cx="1423035" cy="306705"/>
              </a:xfrm>
              <a:prstGeom prst="rect">
                <a:avLst/>
              </a:prstGeom>
              <a:blipFill rotWithShape="1">
                <a:blip r:embed="rId31"/>
                <a:stretch>
                  <a:fillRect t="-171" b="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/>
                  <a:t>dynamic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1400" dirty="0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340" y="3116018"/>
                <a:ext cx="1865494" cy="322580"/>
              </a:xfrm>
              <a:prstGeom prst="rect">
                <a:avLst/>
              </a:prstGeom>
              <a:blipFill rotWithShape="1">
                <a:blip r:embed="rId32"/>
                <a:stretch>
                  <a:fillRect l="-24" t="-23" r="1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4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5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6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7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8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9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10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11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12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13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14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15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16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17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18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19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0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1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2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3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4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5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6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7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8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29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0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1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2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3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4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5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6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7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8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39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40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41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42.xml><?xml version="1.0" encoding="utf-8"?>
<p:tagLst xmlns:p="http://schemas.openxmlformats.org/presentationml/2006/main">
  <p:tag name="KSO_WM_UNIT_PLACING_PICTURE_USER_VIEWPORT" val="{&quot;height&quot;:5512,&quot;width&quot;:9097}"/>
</p:tagLst>
</file>

<file path=ppt/tags/tag43.xml><?xml version="1.0" encoding="utf-8"?>
<p:tagLst xmlns:p="http://schemas.openxmlformats.org/presentationml/2006/main">
  <p:tag name="resource_record_key" val="{&quot;10&quot;:[2158014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论文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7357</Words>
  <Application>WPS 演示</Application>
  <PresentationFormat>宽屏</PresentationFormat>
  <Paragraphs>1300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  <vt:variant>
        <vt:lpstr>自定义放映</vt:lpstr>
      </vt:variant>
      <vt:variant>
        <vt:i4>1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Cambria Math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abc</dc:creator>
  <cp:lastModifiedBy>左金民</cp:lastModifiedBy>
  <cp:revision>77</cp:revision>
  <dcterms:created xsi:type="dcterms:W3CDTF">2023-08-09T12:44:00Z</dcterms:created>
  <dcterms:modified xsi:type="dcterms:W3CDTF">2025-11-15T03:40:56Z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753FE9C5079F4F5D8F2AB475FBA89652_11</vt:lpwstr>
  </property>
</Properties>
</file>